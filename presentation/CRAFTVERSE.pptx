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18288000" cy="10287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EHDWjndyelcpMvK4BkO8p9vAR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7b5b912893fd434d_0_14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h7b5b912893fd434d_0_14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5850" y="3078159"/>
            <a:ext cx="10915649" cy="363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4"/>
          <p:cNvSpPr/>
          <p:nvPr/>
        </p:nvSpPr>
        <p:spPr>
          <a:xfrm>
            <a:off x="16028165" y="1464266"/>
            <a:ext cx="2259965" cy="7984490"/>
          </a:xfrm>
          <a:custGeom>
            <a:rect b="b" l="l" r="r" t="t"/>
            <a:pathLst>
              <a:path extrusionOk="0" h="7984490" w="2259965">
                <a:moveTo>
                  <a:pt x="1785305" y="7526905"/>
                </a:moveTo>
                <a:lnTo>
                  <a:pt x="859119" y="7984202"/>
                </a:lnTo>
                <a:lnTo>
                  <a:pt x="0" y="7410750"/>
                </a:lnTo>
                <a:lnTo>
                  <a:pt x="335" y="7406786"/>
                </a:lnTo>
                <a:lnTo>
                  <a:pt x="67066" y="6380001"/>
                </a:lnTo>
                <a:lnTo>
                  <a:pt x="97210" y="6365129"/>
                </a:lnTo>
                <a:lnTo>
                  <a:pt x="81052" y="6389336"/>
                </a:lnTo>
                <a:lnTo>
                  <a:pt x="15260" y="7403464"/>
                </a:lnTo>
                <a:lnTo>
                  <a:pt x="860394" y="7967581"/>
                </a:lnTo>
                <a:lnTo>
                  <a:pt x="1771719" y="7517837"/>
                </a:lnTo>
                <a:lnTo>
                  <a:pt x="1787415" y="7494322"/>
                </a:lnTo>
                <a:lnTo>
                  <a:pt x="1785305" y="7526905"/>
                </a:lnTo>
                <a:close/>
              </a:path>
              <a:path extrusionOk="0" h="7984490" w="2259965">
                <a:moveTo>
                  <a:pt x="1787415" y="7494322"/>
                </a:moveTo>
                <a:lnTo>
                  <a:pt x="1771719" y="7517837"/>
                </a:lnTo>
                <a:lnTo>
                  <a:pt x="1837511" y="6503708"/>
                </a:lnTo>
                <a:lnTo>
                  <a:pt x="992377" y="5939592"/>
                </a:lnTo>
                <a:lnTo>
                  <a:pt x="81052" y="6389336"/>
                </a:lnTo>
                <a:lnTo>
                  <a:pt x="97210" y="6365129"/>
                </a:lnTo>
                <a:lnTo>
                  <a:pt x="992918" y="5923204"/>
                </a:lnTo>
                <a:lnTo>
                  <a:pt x="1852038" y="6496656"/>
                </a:lnTo>
                <a:lnTo>
                  <a:pt x="1787415" y="7494322"/>
                </a:lnTo>
                <a:close/>
              </a:path>
              <a:path extrusionOk="0" h="7984490" w="2259965">
                <a:moveTo>
                  <a:pt x="2259834" y="386519"/>
                </a:moveTo>
                <a:lnTo>
                  <a:pt x="2235752" y="370444"/>
                </a:lnTo>
                <a:lnTo>
                  <a:pt x="2259834" y="0"/>
                </a:lnTo>
                <a:lnTo>
                  <a:pt x="2259834" y="219815"/>
                </a:lnTo>
                <a:lnTo>
                  <a:pt x="2250545" y="362994"/>
                </a:lnTo>
                <a:lnTo>
                  <a:pt x="2259834" y="369194"/>
                </a:lnTo>
                <a:lnTo>
                  <a:pt x="2259834" y="386519"/>
                </a:lnTo>
                <a:close/>
              </a:path>
              <a:path extrusionOk="0" h="7984490" w="2259965">
                <a:moveTo>
                  <a:pt x="2259834" y="3585484"/>
                </a:moveTo>
                <a:lnTo>
                  <a:pt x="2036499" y="3436411"/>
                </a:lnTo>
                <a:lnTo>
                  <a:pt x="2102691" y="2422549"/>
                </a:lnTo>
                <a:lnTo>
                  <a:pt x="1191365" y="2872294"/>
                </a:lnTo>
                <a:lnTo>
                  <a:pt x="332245" y="2298842"/>
                </a:lnTo>
                <a:lnTo>
                  <a:pt x="398578" y="1268326"/>
                </a:lnTo>
                <a:lnTo>
                  <a:pt x="429592" y="1253016"/>
                </a:lnTo>
                <a:lnTo>
                  <a:pt x="412963" y="1277928"/>
                </a:lnTo>
                <a:lnTo>
                  <a:pt x="347172" y="2292056"/>
                </a:lnTo>
                <a:lnTo>
                  <a:pt x="1192305" y="2856173"/>
                </a:lnTo>
                <a:lnTo>
                  <a:pt x="2103631" y="2406428"/>
                </a:lnTo>
                <a:lnTo>
                  <a:pt x="2119020" y="2383374"/>
                </a:lnTo>
                <a:lnTo>
                  <a:pt x="2118025" y="2398710"/>
                </a:lnTo>
                <a:lnTo>
                  <a:pt x="2133529" y="2391059"/>
                </a:lnTo>
                <a:lnTo>
                  <a:pt x="2117217" y="2415497"/>
                </a:lnTo>
                <a:lnTo>
                  <a:pt x="2051425" y="3429625"/>
                </a:lnTo>
                <a:lnTo>
                  <a:pt x="2259834" y="3568735"/>
                </a:lnTo>
                <a:lnTo>
                  <a:pt x="2259834" y="3585484"/>
                </a:lnTo>
                <a:close/>
              </a:path>
              <a:path extrusionOk="0" h="7984490" w="2259965">
                <a:moveTo>
                  <a:pt x="2119020" y="2383374"/>
                </a:moveTo>
                <a:lnTo>
                  <a:pt x="2103631" y="2406428"/>
                </a:lnTo>
                <a:lnTo>
                  <a:pt x="2169423" y="1392300"/>
                </a:lnTo>
                <a:lnTo>
                  <a:pt x="1324289" y="828183"/>
                </a:lnTo>
                <a:lnTo>
                  <a:pt x="412963" y="1277928"/>
                </a:lnTo>
                <a:lnTo>
                  <a:pt x="429592" y="1253016"/>
                </a:lnTo>
                <a:lnTo>
                  <a:pt x="1324697" y="811130"/>
                </a:lnTo>
                <a:lnTo>
                  <a:pt x="2183817" y="1384582"/>
                </a:lnTo>
                <a:lnTo>
                  <a:pt x="2119020" y="2383374"/>
                </a:lnTo>
                <a:close/>
              </a:path>
              <a:path extrusionOk="0" h="7984490" w="2259965">
                <a:moveTo>
                  <a:pt x="2259834" y="2345114"/>
                </a:moveTo>
                <a:lnTo>
                  <a:pt x="2117217" y="2415497"/>
                </a:lnTo>
                <a:lnTo>
                  <a:pt x="2133529" y="2391059"/>
                </a:lnTo>
                <a:lnTo>
                  <a:pt x="2259834" y="2328727"/>
                </a:lnTo>
                <a:lnTo>
                  <a:pt x="2259834" y="2345114"/>
                </a:lnTo>
                <a:close/>
              </a:path>
            </a:pathLst>
          </a:custGeom>
          <a:solidFill>
            <a:srgbClr val="6E66B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" name="Google Shape;16;p14"/>
          <p:cNvSpPr/>
          <p:nvPr/>
        </p:nvSpPr>
        <p:spPr>
          <a:xfrm>
            <a:off x="15242501" y="684491"/>
            <a:ext cx="2184400" cy="7172959"/>
          </a:xfrm>
          <a:custGeom>
            <a:rect b="b" l="l" r="r" t="t"/>
            <a:pathLst>
              <a:path extrusionOk="0" h="7172959" w="2184400">
                <a:moveTo>
                  <a:pt x="1785238" y="6715508"/>
                </a:moveTo>
                <a:lnTo>
                  <a:pt x="859119" y="7172704"/>
                </a:lnTo>
                <a:lnTo>
                  <a:pt x="0" y="6599252"/>
                </a:lnTo>
                <a:lnTo>
                  <a:pt x="66999" y="5568604"/>
                </a:lnTo>
                <a:lnTo>
                  <a:pt x="97128" y="5553754"/>
                </a:lnTo>
                <a:lnTo>
                  <a:pt x="80985" y="5577939"/>
                </a:lnTo>
                <a:lnTo>
                  <a:pt x="15193" y="6592067"/>
                </a:lnTo>
                <a:lnTo>
                  <a:pt x="860327" y="7156184"/>
                </a:lnTo>
                <a:lnTo>
                  <a:pt x="1771652" y="6706439"/>
                </a:lnTo>
                <a:lnTo>
                  <a:pt x="1787363" y="6682902"/>
                </a:lnTo>
                <a:lnTo>
                  <a:pt x="1785238" y="6715508"/>
                </a:lnTo>
                <a:close/>
              </a:path>
              <a:path extrusionOk="0" h="7172959" w="2184400">
                <a:moveTo>
                  <a:pt x="1787363" y="6682902"/>
                </a:moveTo>
                <a:lnTo>
                  <a:pt x="1771652" y="6706439"/>
                </a:lnTo>
                <a:lnTo>
                  <a:pt x="1837177" y="5692711"/>
                </a:lnTo>
                <a:lnTo>
                  <a:pt x="992043" y="5128594"/>
                </a:lnTo>
                <a:lnTo>
                  <a:pt x="80985" y="5577939"/>
                </a:lnTo>
                <a:lnTo>
                  <a:pt x="97128" y="5553754"/>
                </a:lnTo>
                <a:lnTo>
                  <a:pt x="993251" y="5112074"/>
                </a:lnTo>
                <a:lnTo>
                  <a:pt x="1852370" y="5685526"/>
                </a:lnTo>
                <a:lnTo>
                  <a:pt x="1787363" y="6682902"/>
                </a:lnTo>
                <a:close/>
              </a:path>
              <a:path extrusionOk="0" h="7172959" w="2184400">
                <a:moveTo>
                  <a:pt x="2117816" y="1603967"/>
                </a:moveTo>
                <a:lnTo>
                  <a:pt x="1191697" y="2061163"/>
                </a:lnTo>
                <a:lnTo>
                  <a:pt x="332578" y="1487711"/>
                </a:lnTo>
                <a:lnTo>
                  <a:pt x="399310" y="457462"/>
                </a:lnTo>
                <a:lnTo>
                  <a:pt x="428616" y="442980"/>
                </a:lnTo>
                <a:lnTo>
                  <a:pt x="412896" y="466531"/>
                </a:lnTo>
                <a:lnTo>
                  <a:pt x="347104" y="1480659"/>
                </a:lnTo>
                <a:lnTo>
                  <a:pt x="1192238" y="2044776"/>
                </a:lnTo>
                <a:lnTo>
                  <a:pt x="2103564" y="1595031"/>
                </a:lnTo>
                <a:lnTo>
                  <a:pt x="2119974" y="1570446"/>
                </a:lnTo>
                <a:lnTo>
                  <a:pt x="2117816" y="1603967"/>
                </a:lnTo>
                <a:close/>
              </a:path>
              <a:path extrusionOk="0" h="7172959" w="2184400">
                <a:moveTo>
                  <a:pt x="2119974" y="1570446"/>
                </a:moveTo>
                <a:lnTo>
                  <a:pt x="2103564" y="1595031"/>
                </a:lnTo>
                <a:lnTo>
                  <a:pt x="2169356" y="580902"/>
                </a:lnTo>
                <a:lnTo>
                  <a:pt x="1324222" y="16786"/>
                </a:lnTo>
                <a:lnTo>
                  <a:pt x="412896" y="466531"/>
                </a:lnTo>
                <a:lnTo>
                  <a:pt x="428616" y="442980"/>
                </a:lnTo>
                <a:lnTo>
                  <a:pt x="1325030" y="0"/>
                </a:lnTo>
                <a:lnTo>
                  <a:pt x="2184149" y="573452"/>
                </a:lnTo>
                <a:lnTo>
                  <a:pt x="2119974" y="1570446"/>
                </a:lnTo>
                <a:close/>
              </a:path>
            </a:pathLst>
          </a:custGeom>
          <a:solidFill>
            <a:srgbClr val="AE946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" name="Google Shape;17;p14"/>
          <p:cNvSpPr/>
          <p:nvPr/>
        </p:nvSpPr>
        <p:spPr>
          <a:xfrm>
            <a:off x="16947421" y="825155"/>
            <a:ext cx="1341120" cy="8169909"/>
          </a:xfrm>
          <a:custGeom>
            <a:rect b="b" l="l" r="r" t="t"/>
            <a:pathLst>
              <a:path extrusionOk="0" h="8169909" w="1341119">
                <a:moveTo>
                  <a:pt x="1340578" y="7931794"/>
                </a:moveTo>
                <a:lnTo>
                  <a:pt x="859119" y="8169476"/>
                </a:lnTo>
                <a:lnTo>
                  <a:pt x="0" y="7596024"/>
                </a:lnTo>
                <a:lnTo>
                  <a:pt x="132662" y="5543653"/>
                </a:lnTo>
                <a:lnTo>
                  <a:pt x="162809" y="5528777"/>
                </a:lnTo>
                <a:lnTo>
                  <a:pt x="146914" y="5552589"/>
                </a:lnTo>
                <a:lnTo>
                  <a:pt x="81526" y="6558323"/>
                </a:lnTo>
                <a:lnTo>
                  <a:pt x="103915" y="6547281"/>
                </a:lnTo>
                <a:lnTo>
                  <a:pt x="79915" y="6583236"/>
                </a:lnTo>
                <a:lnTo>
                  <a:pt x="14527" y="7588971"/>
                </a:lnTo>
                <a:lnTo>
                  <a:pt x="859660" y="8153089"/>
                </a:lnTo>
                <a:lnTo>
                  <a:pt x="1340578" y="7915753"/>
                </a:lnTo>
                <a:lnTo>
                  <a:pt x="1340578" y="7931794"/>
                </a:lnTo>
                <a:close/>
              </a:path>
              <a:path extrusionOk="0" h="8169909" w="1341119">
                <a:moveTo>
                  <a:pt x="1340578" y="5291302"/>
                </a:moveTo>
                <a:lnTo>
                  <a:pt x="1058240" y="5102844"/>
                </a:lnTo>
                <a:lnTo>
                  <a:pt x="146914" y="5552589"/>
                </a:lnTo>
                <a:lnTo>
                  <a:pt x="162809" y="5528777"/>
                </a:lnTo>
                <a:lnTo>
                  <a:pt x="1059447" y="5086324"/>
                </a:lnTo>
                <a:lnTo>
                  <a:pt x="1340578" y="5273976"/>
                </a:lnTo>
                <a:lnTo>
                  <a:pt x="1340578" y="5291302"/>
                </a:lnTo>
                <a:close/>
              </a:path>
              <a:path extrusionOk="0" h="8169909" w="1341119">
                <a:moveTo>
                  <a:pt x="1340578" y="6942287"/>
                </a:moveTo>
                <a:lnTo>
                  <a:pt x="925049" y="7147354"/>
                </a:lnTo>
                <a:lnTo>
                  <a:pt x="79915" y="6583237"/>
                </a:lnTo>
                <a:lnTo>
                  <a:pt x="87648" y="6571651"/>
                </a:lnTo>
                <a:lnTo>
                  <a:pt x="925989" y="7131233"/>
                </a:lnTo>
                <a:lnTo>
                  <a:pt x="1340578" y="6926559"/>
                </a:lnTo>
                <a:lnTo>
                  <a:pt x="1340578" y="6942287"/>
                </a:lnTo>
                <a:close/>
              </a:path>
              <a:path extrusionOk="0" h="8169909" w="1341119">
                <a:moveTo>
                  <a:pt x="1340578" y="6358586"/>
                </a:moveTo>
                <a:lnTo>
                  <a:pt x="991377" y="6125498"/>
                </a:lnTo>
                <a:lnTo>
                  <a:pt x="87648" y="6571651"/>
                </a:lnTo>
                <a:lnTo>
                  <a:pt x="103915" y="6547281"/>
                </a:lnTo>
                <a:lnTo>
                  <a:pt x="992585" y="6108978"/>
                </a:lnTo>
                <a:lnTo>
                  <a:pt x="1340578" y="6341260"/>
                </a:lnTo>
                <a:lnTo>
                  <a:pt x="1340578" y="6358586"/>
                </a:lnTo>
                <a:close/>
              </a:path>
              <a:path extrusionOk="0" h="8169909" w="1341119">
                <a:moveTo>
                  <a:pt x="1340578" y="2984509"/>
                </a:moveTo>
                <a:lnTo>
                  <a:pt x="1190765" y="3058467"/>
                </a:lnTo>
                <a:lnTo>
                  <a:pt x="331645" y="2485015"/>
                </a:lnTo>
                <a:lnTo>
                  <a:pt x="464973" y="432511"/>
                </a:lnTo>
                <a:lnTo>
                  <a:pt x="494273" y="418038"/>
                </a:lnTo>
                <a:lnTo>
                  <a:pt x="478560" y="441580"/>
                </a:lnTo>
                <a:lnTo>
                  <a:pt x="413171" y="1447315"/>
                </a:lnTo>
                <a:lnTo>
                  <a:pt x="435567" y="1436262"/>
                </a:lnTo>
                <a:lnTo>
                  <a:pt x="411827" y="1471829"/>
                </a:lnTo>
                <a:lnTo>
                  <a:pt x="346438" y="2477564"/>
                </a:lnTo>
                <a:lnTo>
                  <a:pt x="1191572" y="3041680"/>
                </a:lnTo>
                <a:lnTo>
                  <a:pt x="1340578" y="2968145"/>
                </a:lnTo>
                <a:lnTo>
                  <a:pt x="1340578" y="2984509"/>
                </a:lnTo>
                <a:close/>
              </a:path>
              <a:path extrusionOk="0" h="8169909" w="1341119">
                <a:moveTo>
                  <a:pt x="1340578" y="16169"/>
                </a:moveTo>
                <a:lnTo>
                  <a:pt x="478560" y="441580"/>
                </a:lnTo>
                <a:lnTo>
                  <a:pt x="494273" y="418038"/>
                </a:lnTo>
                <a:lnTo>
                  <a:pt x="1340578" y="0"/>
                </a:lnTo>
                <a:lnTo>
                  <a:pt x="1340578" y="16169"/>
                </a:lnTo>
                <a:close/>
              </a:path>
              <a:path extrusionOk="0" h="8169909" w="1341119">
                <a:moveTo>
                  <a:pt x="1340578" y="1994679"/>
                </a:moveTo>
                <a:lnTo>
                  <a:pt x="1256960" y="2035945"/>
                </a:lnTo>
                <a:lnTo>
                  <a:pt x="411827" y="1471829"/>
                </a:lnTo>
                <a:lnTo>
                  <a:pt x="419827" y="1459843"/>
                </a:lnTo>
                <a:lnTo>
                  <a:pt x="1258168" y="2019425"/>
                </a:lnTo>
                <a:lnTo>
                  <a:pt x="1340578" y="1978741"/>
                </a:lnTo>
                <a:lnTo>
                  <a:pt x="1340578" y="1994679"/>
                </a:lnTo>
                <a:close/>
              </a:path>
              <a:path extrusionOk="0" h="8169909" w="1341119">
                <a:moveTo>
                  <a:pt x="1340578" y="1025052"/>
                </a:moveTo>
                <a:lnTo>
                  <a:pt x="1323556" y="1013691"/>
                </a:lnTo>
                <a:lnTo>
                  <a:pt x="419827" y="1459843"/>
                </a:lnTo>
                <a:lnTo>
                  <a:pt x="435567" y="1436262"/>
                </a:lnTo>
                <a:lnTo>
                  <a:pt x="1324497" y="997570"/>
                </a:lnTo>
                <a:lnTo>
                  <a:pt x="1340578" y="1008304"/>
                </a:lnTo>
                <a:lnTo>
                  <a:pt x="1340578" y="1025052"/>
                </a:lnTo>
                <a:close/>
              </a:path>
            </a:pathLst>
          </a:custGeom>
          <a:solidFill>
            <a:srgbClr val="5CA2A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14"/>
          <p:cNvSpPr/>
          <p:nvPr/>
        </p:nvSpPr>
        <p:spPr>
          <a:xfrm>
            <a:off x="16227619" y="0"/>
            <a:ext cx="2060575" cy="10287000"/>
          </a:xfrm>
          <a:custGeom>
            <a:rect b="b" l="l" r="r" t="t"/>
            <a:pathLst>
              <a:path extrusionOk="0" h="10287000" w="2060575">
                <a:moveTo>
                  <a:pt x="1942030" y="10286959"/>
                </a:moveTo>
                <a:lnTo>
                  <a:pt x="1915946" y="10286951"/>
                </a:lnTo>
                <a:lnTo>
                  <a:pt x="1504798" y="10012584"/>
                </a:lnTo>
                <a:lnTo>
                  <a:pt x="1505134" y="10008620"/>
                </a:lnTo>
                <a:lnTo>
                  <a:pt x="1571598" y="8982235"/>
                </a:lnTo>
                <a:lnTo>
                  <a:pt x="1601752" y="8967349"/>
                </a:lnTo>
                <a:lnTo>
                  <a:pt x="1585851" y="8991171"/>
                </a:lnTo>
                <a:lnTo>
                  <a:pt x="1520059" y="10005299"/>
                </a:lnTo>
                <a:lnTo>
                  <a:pt x="1942030" y="10286959"/>
                </a:lnTo>
                <a:close/>
              </a:path>
              <a:path extrusionOk="0" h="10287000" w="2060575">
                <a:moveTo>
                  <a:pt x="2060380" y="8756988"/>
                </a:moveTo>
                <a:lnTo>
                  <a:pt x="1585851" y="8991171"/>
                </a:lnTo>
                <a:lnTo>
                  <a:pt x="1601752" y="8967349"/>
                </a:lnTo>
                <a:lnTo>
                  <a:pt x="2060380" y="8740938"/>
                </a:lnTo>
                <a:lnTo>
                  <a:pt x="2060380" y="8756988"/>
                </a:lnTo>
                <a:close/>
              </a:path>
              <a:path extrusionOk="0" h="10287000" w="2060575">
                <a:moveTo>
                  <a:pt x="2060380" y="7182585"/>
                </a:moveTo>
                <a:lnTo>
                  <a:pt x="1704520" y="6945053"/>
                </a:lnTo>
                <a:lnTo>
                  <a:pt x="1770445" y="5931591"/>
                </a:lnTo>
                <a:lnTo>
                  <a:pt x="859119" y="6381336"/>
                </a:lnTo>
                <a:lnTo>
                  <a:pt x="0" y="5807884"/>
                </a:lnTo>
                <a:lnTo>
                  <a:pt x="66732" y="4777635"/>
                </a:lnTo>
                <a:lnTo>
                  <a:pt x="96861" y="4762785"/>
                </a:lnTo>
                <a:lnTo>
                  <a:pt x="80718" y="4786970"/>
                </a:lnTo>
                <a:lnTo>
                  <a:pt x="14926" y="5801098"/>
                </a:lnTo>
                <a:lnTo>
                  <a:pt x="860060" y="6365215"/>
                </a:lnTo>
                <a:lnTo>
                  <a:pt x="1771385" y="5915470"/>
                </a:lnTo>
                <a:lnTo>
                  <a:pt x="1787239" y="5891719"/>
                </a:lnTo>
                <a:lnTo>
                  <a:pt x="1786179" y="5908019"/>
                </a:lnTo>
                <a:lnTo>
                  <a:pt x="1800833" y="5900775"/>
                </a:lnTo>
                <a:lnTo>
                  <a:pt x="1784971" y="5924539"/>
                </a:lnTo>
                <a:lnTo>
                  <a:pt x="1719179" y="6938667"/>
                </a:lnTo>
                <a:lnTo>
                  <a:pt x="2060380" y="7166414"/>
                </a:lnTo>
                <a:lnTo>
                  <a:pt x="2060380" y="7182585"/>
                </a:lnTo>
                <a:close/>
              </a:path>
              <a:path extrusionOk="0" h="10287000" w="2060575">
                <a:moveTo>
                  <a:pt x="1787239" y="5891719"/>
                </a:moveTo>
                <a:lnTo>
                  <a:pt x="1771385" y="5915470"/>
                </a:lnTo>
                <a:lnTo>
                  <a:pt x="1837177" y="4901342"/>
                </a:lnTo>
                <a:lnTo>
                  <a:pt x="992043" y="4337226"/>
                </a:lnTo>
                <a:lnTo>
                  <a:pt x="80718" y="4786970"/>
                </a:lnTo>
                <a:lnTo>
                  <a:pt x="96861" y="4762785"/>
                </a:lnTo>
                <a:lnTo>
                  <a:pt x="992984" y="4321105"/>
                </a:lnTo>
                <a:lnTo>
                  <a:pt x="1852104" y="4894557"/>
                </a:lnTo>
                <a:lnTo>
                  <a:pt x="1787239" y="5891719"/>
                </a:lnTo>
                <a:close/>
              </a:path>
              <a:path extrusionOk="0" h="10287000" w="2060575">
                <a:moveTo>
                  <a:pt x="2060380" y="5788623"/>
                </a:moveTo>
                <a:lnTo>
                  <a:pt x="1784971" y="5924539"/>
                </a:lnTo>
                <a:lnTo>
                  <a:pt x="1800833" y="5900775"/>
                </a:lnTo>
                <a:lnTo>
                  <a:pt x="2060380" y="5772479"/>
                </a:lnTo>
                <a:lnTo>
                  <a:pt x="2060380" y="5788623"/>
                </a:lnTo>
                <a:close/>
              </a:path>
              <a:path extrusionOk="0" h="10287000" w="2060575">
                <a:moveTo>
                  <a:pt x="2060379" y="841489"/>
                </a:moveTo>
                <a:lnTo>
                  <a:pt x="1191164" y="1270593"/>
                </a:lnTo>
                <a:lnTo>
                  <a:pt x="332045" y="697141"/>
                </a:lnTo>
                <a:lnTo>
                  <a:pt x="377364" y="0"/>
                </a:lnTo>
                <a:lnTo>
                  <a:pt x="391581" y="0"/>
                </a:lnTo>
                <a:lnTo>
                  <a:pt x="346837" y="689691"/>
                </a:lnTo>
                <a:lnTo>
                  <a:pt x="1191971" y="1253807"/>
                </a:lnTo>
                <a:lnTo>
                  <a:pt x="2060379" y="825242"/>
                </a:lnTo>
                <a:lnTo>
                  <a:pt x="2060379" y="841489"/>
                </a:lnTo>
                <a:close/>
              </a:path>
            </a:pathLst>
          </a:custGeom>
          <a:solidFill>
            <a:srgbClr val="9C83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9" name="Google Shape;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4305" y="340215"/>
            <a:ext cx="5400674" cy="961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" y="7245444"/>
            <a:ext cx="5019954" cy="304155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4"/>
          <p:cNvSpPr/>
          <p:nvPr/>
        </p:nvSpPr>
        <p:spPr>
          <a:xfrm>
            <a:off x="89491" y="6292453"/>
            <a:ext cx="857885" cy="822960"/>
          </a:xfrm>
          <a:custGeom>
            <a:rect b="b" l="l" r="r" t="t"/>
            <a:pathLst>
              <a:path extrusionOk="0" h="822959" w="857885">
                <a:moveTo>
                  <a:pt x="354399" y="822624"/>
                </a:moveTo>
                <a:lnTo>
                  <a:pt x="307502" y="817872"/>
                </a:lnTo>
                <a:lnTo>
                  <a:pt x="261555" y="807223"/>
                </a:lnTo>
                <a:lnTo>
                  <a:pt x="217200" y="790786"/>
                </a:lnTo>
                <a:lnTo>
                  <a:pt x="175062" y="768667"/>
                </a:lnTo>
                <a:lnTo>
                  <a:pt x="135765" y="740968"/>
                </a:lnTo>
                <a:lnTo>
                  <a:pt x="99933" y="707794"/>
                </a:lnTo>
                <a:lnTo>
                  <a:pt x="68191" y="669248"/>
                </a:lnTo>
                <a:lnTo>
                  <a:pt x="41945" y="626784"/>
                </a:lnTo>
                <a:lnTo>
                  <a:pt x="22106" y="582180"/>
                </a:lnTo>
                <a:lnTo>
                  <a:pt x="8572" y="536061"/>
                </a:lnTo>
                <a:lnTo>
                  <a:pt x="1238" y="489051"/>
                </a:lnTo>
                <a:lnTo>
                  <a:pt x="0" y="441776"/>
                </a:lnTo>
                <a:lnTo>
                  <a:pt x="4754" y="394859"/>
                </a:lnTo>
                <a:lnTo>
                  <a:pt x="15401" y="348904"/>
                </a:lnTo>
                <a:lnTo>
                  <a:pt x="31840" y="304541"/>
                </a:lnTo>
                <a:lnTo>
                  <a:pt x="53967" y="262394"/>
                </a:lnTo>
                <a:lnTo>
                  <a:pt x="81677" y="223090"/>
                </a:lnTo>
                <a:lnTo>
                  <a:pt x="114868" y="187254"/>
                </a:lnTo>
                <a:lnTo>
                  <a:pt x="153434" y="155514"/>
                </a:lnTo>
                <a:lnTo>
                  <a:pt x="275529" y="68153"/>
                </a:lnTo>
                <a:lnTo>
                  <a:pt x="317986" y="41925"/>
                </a:lnTo>
                <a:lnTo>
                  <a:pt x="362582" y="22099"/>
                </a:lnTo>
                <a:lnTo>
                  <a:pt x="408689" y="8572"/>
                </a:lnTo>
                <a:lnTo>
                  <a:pt x="455685" y="1239"/>
                </a:lnTo>
                <a:lnTo>
                  <a:pt x="502944" y="0"/>
                </a:lnTo>
                <a:lnTo>
                  <a:pt x="549840" y="4750"/>
                </a:lnTo>
                <a:lnTo>
                  <a:pt x="595798" y="15410"/>
                </a:lnTo>
                <a:lnTo>
                  <a:pt x="640153" y="31847"/>
                </a:lnTo>
                <a:lnTo>
                  <a:pt x="662084" y="43359"/>
                </a:lnTo>
                <a:lnTo>
                  <a:pt x="493076" y="43359"/>
                </a:lnTo>
                <a:lnTo>
                  <a:pt x="443027" y="46575"/>
                </a:lnTo>
                <a:lnTo>
                  <a:pt x="393652" y="57582"/>
                </a:lnTo>
                <a:lnTo>
                  <a:pt x="345905" y="76537"/>
                </a:lnTo>
                <a:lnTo>
                  <a:pt x="300739" y="103596"/>
                </a:lnTo>
                <a:lnTo>
                  <a:pt x="178645" y="190957"/>
                </a:lnTo>
                <a:lnTo>
                  <a:pt x="138486" y="224939"/>
                </a:lnTo>
                <a:lnTo>
                  <a:pt x="105161" y="263974"/>
                </a:lnTo>
                <a:lnTo>
                  <a:pt x="78828" y="307112"/>
                </a:lnTo>
                <a:lnTo>
                  <a:pt x="59644" y="353400"/>
                </a:lnTo>
                <a:lnTo>
                  <a:pt x="47769" y="401888"/>
                </a:lnTo>
                <a:lnTo>
                  <a:pt x="43356" y="451642"/>
                </a:lnTo>
                <a:lnTo>
                  <a:pt x="46572" y="501674"/>
                </a:lnTo>
                <a:lnTo>
                  <a:pt x="57574" y="551031"/>
                </a:lnTo>
                <a:lnTo>
                  <a:pt x="76520" y="598759"/>
                </a:lnTo>
                <a:lnTo>
                  <a:pt x="103567" y="643904"/>
                </a:lnTo>
                <a:lnTo>
                  <a:pt x="103645" y="644071"/>
                </a:lnTo>
                <a:lnTo>
                  <a:pt x="137624" y="684200"/>
                </a:lnTo>
                <a:lnTo>
                  <a:pt x="176652" y="717503"/>
                </a:lnTo>
                <a:lnTo>
                  <a:pt x="219777" y="743821"/>
                </a:lnTo>
                <a:lnTo>
                  <a:pt x="266051" y="762996"/>
                </a:lnTo>
                <a:lnTo>
                  <a:pt x="314520" y="774868"/>
                </a:lnTo>
                <a:lnTo>
                  <a:pt x="364287" y="779286"/>
                </a:lnTo>
                <a:lnTo>
                  <a:pt x="541669" y="779286"/>
                </a:lnTo>
                <a:lnTo>
                  <a:pt x="539362" y="780711"/>
                </a:lnTo>
                <a:lnTo>
                  <a:pt x="494764" y="800536"/>
                </a:lnTo>
                <a:lnTo>
                  <a:pt x="448655" y="814060"/>
                </a:lnTo>
                <a:lnTo>
                  <a:pt x="401658" y="821388"/>
                </a:lnTo>
                <a:lnTo>
                  <a:pt x="354399" y="822624"/>
                </a:lnTo>
                <a:close/>
              </a:path>
              <a:path extrusionOk="0" h="822959" w="857885">
                <a:moveTo>
                  <a:pt x="541669" y="779286"/>
                </a:moveTo>
                <a:lnTo>
                  <a:pt x="364287" y="779286"/>
                </a:lnTo>
                <a:lnTo>
                  <a:pt x="414334" y="776069"/>
                </a:lnTo>
                <a:lnTo>
                  <a:pt x="463708" y="765062"/>
                </a:lnTo>
                <a:lnTo>
                  <a:pt x="511456" y="746107"/>
                </a:lnTo>
                <a:lnTo>
                  <a:pt x="556625" y="719048"/>
                </a:lnTo>
                <a:lnTo>
                  <a:pt x="678720" y="631687"/>
                </a:lnTo>
                <a:lnTo>
                  <a:pt x="718879" y="597704"/>
                </a:lnTo>
                <a:lnTo>
                  <a:pt x="752204" y="558667"/>
                </a:lnTo>
                <a:lnTo>
                  <a:pt x="778537" y="515528"/>
                </a:lnTo>
                <a:lnTo>
                  <a:pt x="797720" y="469240"/>
                </a:lnTo>
                <a:lnTo>
                  <a:pt x="809595" y="420757"/>
                </a:lnTo>
                <a:lnTo>
                  <a:pt x="814013" y="371003"/>
                </a:lnTo>
                <a:lnTo>
                  <a:pt x="810798" y="320970"/>
                </a:lnTo>
                <a:lnTo>
                  <a:pt x="799794" y="271613"/>
                </a:lnTo>
                <a:lnTo>
                  <a:pt x="780846" y="223885"/>
                </a:lnTo>
                <a:lnTo>
                  <a:pt x="753797" y="178740"/>
                </a:lnTo>
                <a:lnTo>
                  <a:pt x="753720" y="178574"/>
                </a:lnTo>
                <a:lnTo>
                  <a:pt x="719741" y="138444"/>
                </a:lnTo>
                <a:lnTo>
                  <a:pt x="680713" y="105141"/>
                </a:lnTo>
                <a:lnTo>
                  <a:pt x="637587" y="78823"/>
                </a:lnTo>
                <a:lnTo>
                  <a:pt x="591314" y="59648"/>
                </a:lnTo>
                <a:lnTo>
                  <a:pt x="542845" y="47776"/>
                </a:lnTo>
                <a:lnTo>
                  <a:pt x="493076" y="43359"/>
                </a:lnTo>
                <a:lnTo>
                  <a:pt x="662084" y="43359"/>
                </a:lnTo>
                <a:lnTo>
                  <a:pt x="721588" y="81665"/>
                </a:lnTo>
                <a:lnTo>
                  <a:pt x="757420" y="114839"/>
                </a:lnTo>
                <a:lnTo>
                  <a:pt x="789163" y="153385"/>
                </a:lnTo>
                <a:lnTo>
                  <a:pt x="815409" y="195849"/>
                </a:lnTo>
                <a:lnTo>
                  <a:pt x="835247" y="240453"/>
                </a:lnTo>
                <a:lnTo>
                  <a:pt x="848782" y="286572"/>
                </a:lnTo>
                <a:lnTo>
                  <a:pt x="856116" y="333582"/>
                </a:lnTo>
                <a:lnTo>
                  <a:pt x="857354" y="380857"/>
                </a:lnTo>
                <a:lnTo>
                  <a:pt x="852600" y="427774"/>
                </a:lnTo>
                <a:lnTo>
                  <a:pt x="841948" y="473729"/>
                </a:lnTo>
                <a:lnTo>
                  <a:pt x="825506" y="518092"/>
                </a:lnTo>
                <a:lnTo>
                  <a:pt x="803379" y="560239"/>
                </a:lnTo>
                <a:lnTo>
                  <a:pt x="775669" y="599543"/>
                </a:lnTo>
                <a:lnTo>
                  <a:pt x="742481" y="635379"/>
                </a:lnTo>
                <a:lnTo>
                  <a:pt x="703919" y="667119"/>
                </a:lnTo>
                <a:lnTo>
                  <a:pt x="581825" y="754480"/>
                </a:lnTo>
                <a:lnTo>
                  <a:pt x="541669" y="77928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2" name="Google Shape;2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2986359" cy="298635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4"/>
          <p:cNvSpPr/>
          <p:nvPr/>
        </p:nvSpPr>
        <p:spPr>
          <a:xfrm>
            <a:off x="2141694" y="602087"/>
            <a:ext cx="913765" cy="913765"/>
          </a:xfrm>
          <a:custGeom>
            <a:rect b="b" l="l" r="r" t="t"/>
            <a:pathLst>
              <a:path extrusionOk="0" h="913765" w="913764">
                <a:moveTo>
                  <a:pt x="456876" y="913753"/>
                </a:moveTo>
                <a:lnTo>
                  <a:pt x="410163" y="911394"/>
                </a:lnTo>
                <a:lnTo>
                  <a:pt x="364800" y="904471"/>
                </a:lnTo>
                <a:lnTo>
                  <a:pt x="321015" y="893212"/>
                </a:lnTo>
                <a:lnTo>
                  <a:pt x="279039" y="877849"/>
                </a:lnTo>
                <a:lnTo>
                  <a:pt x="239102" y="858610"/>
                </a:lnTo>
                <a:lnTo>
                  <a:pt x="201432" y="835725"/>
                </a:lnTo>
                <a:lnTo>
                  <a:pt x="166260" y="809424"/>
                </a:lnTo>
                <a:lnTo>
                  <a:pt x="133816" y="779937"/>
                </a:lnTo>
                <a:lnTo>
                  <a:pt x="104328" y="747492"/>
                </a:lnTo>
                <a:lnTo>
                  <a:pt x="78027" y="712320"/>
                </a:lnTo>
                <a:lnTo>
                  <a:pt x="55142" y="674651"/>
                </a:lnTo>
                <a:lnTo>
                  <a:pt x="35903" y="634713"/>
                </a:lnTo>
                <a:lnTo>
                  <a:pt x="20540" y="592737"/>
                </a:lnTo>
                <a:lnTo>
                  <a:pt x="9282" y="548953"/>
                </a:lnTo>
                <a:lnTo>
                  <a:pt x="2358" y="503589"/>
                </a:lnTo>
                <a:lnTo>
                  <a:pt x="0" y="456876"/>
                </a:lnTo>
                <a:lnTo>
                  <a:pt x="2358" y="410163"/>
                </a:lnTo>
                <a:lnTo>
                  <a:pt x="9282" y="364799"/>
                </a:lnTo>
                <a:lnTo>
                  <a:pt x="20540" y="321015"/>
                </a:lnTo>
                <a:lnTo>
                  <a:pt x="35903" y="279039"/>
                </a:lnTo>
                <a:lnTo>
                  <a:pt x="55142" y="239102"/>
                </a:lnTo>
                <a:lnTo>
                  <a:pt x="78027" y="201432"/>
                </a:lnTo>
                <a:lnTo>
                  <a:pt x="104328" y="166260"/>
                </a:lnTo>
                <a:lnTo>
                  <a:pt x="133816" y="133816"/>
                </a:lnTo>
                <a:lnTo>
                  <a:pt x="166260" y="104328"/>
                </a:lnTo>
                <a:lnTo>
                  <a:pt x="201432" y="78027"/>
                </a:lnTo>
                <a:lnTo>
                  <a:pt x="239102" y="55142"/>
                </a:lnTo>
                <a:lnTo>
                  <a:pt x="279039" y="35903"/>
                </a:lnTo>
                <a:lnTo>
                  <a:pt x="321015" y="20540"/>
                </a:lnTo>
                <a:lnTo>
                  <a:pt x="364800" y="9282"/>
                </a:lnTo>
                <a:lnTo>
                  <a:pt x="410163" y="2358"/>
                </a:lnTo>
                <a:lnTo>
                  <a:pt x="456876" y="0"/>
                </a:lnTo>
                <a:lnTo>
                  <a:pt x="503589" y="2358"/>
                </a:lnTo>
                <a:lnTo>
                  <a:pt x="548953" y="9282"/>
                </a:lnTo>
                <a:lnTo>
                  <a:pt x="592737" y="20540"/>
                </a:lnTo>
                <a:lnTo>
                  <a:pt x="634713" y="35903"/>
                </a:lnTo>
                <a:lnTo>
                  <a:pt x="674651" y="55142"/>
                </a:lnTo>
                <a:lnTo>
                  <a:pt x="712320" y="78027"/>
                </a:lnTo>
                <a:lnTo>
                  <a:pt x="747492" y="104328"/>
                </a:lnTo>
                <a:lnTo>
                  <a:pt x="779937" y="133816"/>
                </a:lnTo>
                <a:lnTo>
                  <a:pt x="809424" y="166260"/>
                </a:lnTo>
                <a:lnTo>
                  <a:pt x="835725" y="201432"/>
                </a:lnTo>
                <a:lnTo>
                  <a:pt x="858610" y="239102"/>
                </a:lnTo>
                <a:lnTo>
                  <a:pt x="877849" y="279039"/>
                </a:lnTo>
                <a:lnTo>
                  <a:pt x="893212" y="321015"/>
                </a:lnTo>
                <a:lnTo>
                  <a:pt x="904471" y="364799"/>
                </a:lnTo>
                <a:lnTo>
                  <a:pt x="911394" y="410163"/>
                </a:lnTo>
                <a:lnTo>
                  <a:pt x="913753" y="456876"/>
                </a:lnTo>
                <a:lnTo>
                  <a:pt x="911394" y="503589"/>
                </a:lnTo>
                <a:lnTo>
                  <a:pt x="904471" y="548953"/>
                </a:lnTo>
                <a:lnTo>
                  <a:pt x="893212" y="592737"/>
                </a:lnTo>
                <a:lnTo>
                  <a:pt x="877849" y="634713"/>
                </a:lnTo>
                <a:lnTo>
                  <a:pt x="858610" y="674651"/>
                </a:lnTo>
                <a:lnTo>
                  <a:pt x="835725" y="712320"/>
                </a:lnTo>
                <a:lnTo>
                  <a:pt x="809424" y="747492"/>
                </a:lnTo>
                <a:lnTo>
                  <a:pt x="779937" y="779937"/>
                </a:lnTo>
                <a:lnTo>
                  <a:pt x="747492" y="809424"/>
                </a:lnTo>
                <a:lnTo>
                  <a:pt x="712320" y="835725"/>
                </a:lnTo>
                <a:lnTo>
                  <a:pt x="674651" y="858610"/>
                </a:lnTo>
                <a:lnTo>
                  <a:pt x="634713" y="877849"/>
                </a:lnTo>
                <a:lnTo>
                  <a:pt x="592737" y="893212"/>
                </a:lnTo>
                <a:lnTo>
                  <a:pt x="548953" y="904471"/>
                </a:lnTo>
                <a:lnTo>
                  <a:pt x="503589" y="911394"/>
                </a:lnTo>
                <a:lnTo>
                  <a:pt x="456876" y="91375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4" name="Google Shape;2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0293" y="778775"/>
            <a:ext cx="1272932" cy="56009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872489" y="487991"/>
            <a:ext cx="10543021" cy="17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/>
          <p:nvPr/>
        </p:nvSpPr>
        <p:spPr>
          <a:xfrm>
            <a:off x="16028165" y="1464266"/>
            <a:ext cx="2259965" cy="7984490"/>
          </a:xfrm>
          <a:custGeom>
            <a:rect b="b" l="l" r="r" t="t"/>
            <a:pathLst>
              <a:path extrusionOk="0" h="7984490" w="2259965">
                <a:moveTo>
                  <a:pt x="1785305" y="7526905"/>
                </a:moveTo>
                <a:lnTo>
                  <a:pt x="859119" y="7984202"/>
                </a:lnTo>
                <a:lnTo>
                  <a:pt x="0" y="7410750"/>
                </a:lnTo>
                <a:lnTo>
                  <a:pt x="335" y="7406786"/>
                </a:lnTo>
                <a:lnTo>
                  <a:pt x="67066" y="6380001"/>
                </a:lnTo>
                <a:lnTo>
                  <a:pt x="97210" y="6365129"/>
                </a:lnTo>
                <a:lnTo>
                  <a:pt x="81052" y="6389336"/>
                </a:lnTo>
                <a:lnTo>
                  <a:pt x="15260" y="7403464"/>
                </a:lnTo>
                <a:lnTo>
                  <a:pt x="860394" y="7967581"/>
                </a:lnTo>
                <a:lnTo>
                  <a:pt x="1771719" y="7517837"/>
                </a:lnTo>
                <a:lnTo>
                  <a:pt x="1787415" y="7494322"/>
                </a:lnTo>
                <a:lnTo>
                  <a:pt x="1785305" y="7526905"/>
                </a:lnTo>
                <a:close/>
              </a:path>
              <a:path extrusionOk="0" h="7984490" w="2259965">
                <a:moveTo>
                  <a:pt x="1787415" y="7494322"/>
                </a:moveTo>
                <a:lnTo>
                  <a:pt x="1771719" y="7517837"/>
                </a:lnTo>
                <a:lnTo>
                  <a:pt x="1837511" y="6503708"/>
                </a:lnTo>
                <a:lnTo>
                  <a:pt x="992377" y="5939592"/>
                </a:lnTo>
                <a:lnTo>
                  <a:pt x="81052" y="6389336"/>
                </a:lnTo>
                <a:lnTo>
                  <a:pt x="97210" y="6365129"/>
                </a:lnTo>
                <a:lnTo>
                  <a:pt x="992918" y="5923204"/>
                </a:lnTo>
                <a:lnTo>
                  <a:pt x="1852038" y="6496656"/>
                </a:lnTo>
                <a:lnTo>
                  <a:pt x="1787415" y="7494322"/>
                </a:lnTo>
                <a:close/>
              </a:path>
              <a:path extrusionOk="0" h="7984490" w="2259965">
                <a:moveTo>
                  <a:pt x="2259834" y="386519"/>
                </a:moveTo>
                <a:lnTo>
                  <a:pt x="2235752" y="370444"/>
                </a:lnTo>
                <a:lnTo>
                  <a:pt x="2259834" y="0"/>
                </a:lnTo>
                <a:lnTo>
                  <a:pt x="2259834" y="219815"/>
                </a:lnTo>
                <a:lnTo>
                  <a:pt x="2250545" y="362994"/>
                </a:lnTo>
                <a:lnTo>
                  <a:pt x="2259834" y="369194"/>
                </a:lnTo>
                <a:lnTo>
                  <a:pt x="2259834" y="386519"/>
                </a:lnTo>
                <a:close/>
              </a:path>
              <a:path extrusionOk="0" h="7984490" w="2259965">
                <a:moveTo>
                  <a:pt x="2259834" y="3585484"/>
                </a:moveTo>
                <a:lnTo>
                  <a:pt x="2036499" y="3436411"/>
                </a:lnTo>
                <a:lnTo>
                  <a:pt x="2102691" y="2422549"/>
                </a:lnTo>
                <a:lnTo>
                  <a:pt x="1191365" y="2872294"/>
                </a:lnTo>
                <a:lnTo>
                  <a:pt x="332245" y="2298842"/>
                </a:lnTo>
                <a:lnTo>
                  <a:pt x="398578" y="1268326"/>
                </a:lnTo>
                <a:lnTo>
                  <a:pt x="429592" y="1253016"/>
                </a:lnTo>
                <a:lnTo>
                  <a:pt x="412963" y="1277928"/>
                </a:lnTo>
                <a:lnTo>
                  <a:pt x="347172" y="2292056"/>
                </a:lnTo>
                <a:lnTo>
                  <a:pt x="1192305" y="2856173"/>
                </a:lnTo>
                <a:lnTo>
                  <a:pt x="2103631" y="2406428"/>
                </a:lnTo>
                <a:lnTo>
                  <a:pt x="2119020" y="2383374"/>
                </a:lnTo>
                <a:lnTo>
                  <a:pt x="2118025" y="2398710"/>
                </a:lnTo>
                <a:lnTo>
                  <a:pt x="2133529" y="2391059"/>
                </a:lnTo>
                <a:lnTo>
                  <a:pt x="2117217" y="2415497"/>
                </a:lnTo>
                <a:lnTo>
                  <a:pt x="2051425" y="3429625"/>
                </a:lnTo>
                <a:lnTo>
                  <a:pt x="2259834" y="3568735"/>
                </a:lnTo>
                <a:lnTo>
                  <a:pt x="2259834" y="3585484"/>
                </a:lnTo>
                <a:close/>
              </a:path>
              <a:path extrusionOk="0" h="7984490" w="2259965">
                <a:moveTo>
                  <a:pt x="2119020" y="2383374"/>
                </a:moveTo>
                <a:lnTo>
                  <a:pt x="2103631" y="2406428"/>
                </a:lnTo>
                <a:lnTo>
                  <a:pt x="2169423" y="1392300"/>
                </a:lnTo>
                <a:lnTo>
                  <a:pt x="1324289" y="828183"/>
                </a:lnTo>
                <a:lnTo>
                  <a:pt x="412963" y="1277928"/>
                </a:lnTo>
                <a:lnTo>
                  <a:pt x="429592" y="1253016"/>
                </a:lnTo>
                <a:lnTo>
                  <a:pt x="1324697" y="811130"/>
                </a:lnTo>
                <a:lnTo>
                  <a:pt x="2183817" y="1384582"/>
                </a:lnTo>
                <a:lnTo>
                  <a:pt x="2119020" y="2383374"/>
                </a:lnTo>
                <a:close/>
              </a:path>
              <a:path extrusionOk="0" h="7984490" w="2259965">
                <a:moveTo>
                  <a:pt x="2259834" y="2345114"/>
                </a:moveTo>
                <a:lnTo>
                  <a:pt x="2117217" y="2415497"/>
                </a:lnTo>
                <a:lnTo>
                  <a:pt x="2133529" y="2391059"/>
                </a:lnTo>
                <a:lnTo>
                  <a:pt x="2259834" y="2328727"/>
                </a:lnTo>
                <a:lnTo>
                  <a:pt x="2259834" y="2345114"/>
                </a:lnTo>
                <a:close/>
              </a:path>
            </a:pathLst>
          </a:custGeom>
          <a:solidFill>
            <a:srgbClr val="6E66B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" name="Google Shape;36;p16"/>
          <p:cNvSpPr/>
          <p:nvPr/>
        </p:nvSpPr>
        <p:spPr>
          <a:xfrm>
            <a:off x="15242501" y="684491"/>
            <a:ext cx="2184400" cy="7172959"/>
          </a:xfrm>
          <a:custGeom>
            <a:rect b="b" l="l" r="r" t="t"/>
            <a:pathLst>
              <a:path extrusionOk="0" h="7172959" w="2184400">
                <a:moveTo>
                  <a:pt x="1785238" y="6715508"/>
                </a:moveTo>
                <a:lnTo>
                  <a:pt x="859119" y="7172704"/>
                </a:lnTo>
                <a:lnTo>
                  <a:pt x="0" y="6599252"/>
                </a:lnTo>
                <a:lnTo>
                  <a:pt x="66999" y="5568604"/>
                </a:lnTo>
                <a:lnTo>
                  <a:pt x="97128" y="5553754"/>
                </a:lnTo>
                <a:lnTo>
                  <a:pt x="80985" y="5577939"/>
                </a:lnTo>
                <a:lnTo>
                  <a:pt x="15193" y="6592067"/>
                </a:lnTo>
                <a:lnTo>
                  <a:pt x="860327" y="7156184"/>
                </a:lnTo>
                <a:lnTo>
                  <a:pt x="1771652" y="6706439"/>
                </a:lnTo>
                <a:lnTo>
                  <a:pt x="1787363" y="6682902"/>
                </a:lnTo>
                <a:lnTo>
                  <a:pt x="1785238" y="6715508"/>
                </a:lnTo>
                <a:close/>
              </a:path>
              <a:path extrusionOk="0" h="7172959" w="2184400">
                <a:moveTo>
                  <a:pt x="1787363" y="6682902"/>
                </a:moveTo>
                <a:lnTo>
                  <a:pt x="1771652" y="6706439"/>
                </a:lnTo>
                <a:lnTo>
                  <a:pt x="1837177" y="5692711"/>
                </a:lnTo>
                <a:lnTo>
                  <a:pt x="992043" y="5128594"/>
                </a:lnTo>
                <a:lnTo>
                  <a:pt x="80985" y="5577939"/>
                </a:lnTo>
                <a:lnTo>
                  <a:pt x="97128" y="5553754"/>
                </a:lnTo>
                <a:lnTo>
                  <a:pt x="993251" y="5112074"/>
                </a:lnTo>
                <a:lnTo>
                  <a:pt x="1852370" y="5685526"/>
                </a:lnTo>
                <a:lnTo>
                  <a:pt x="1787363" y="6682902"/>
                </a:lnTo>
                <a:close/>
              </a:path>
              <a:path extrusionOk="0" h="7172959" w="2184400">
                <a:moveTo>
                  <a:pt x="2117816" y="1603967"/>
                </a:moveTo>
                <a:lnTo>
                  <a:pt x="1191697" y="2061163"/>
                </a:lnTo>
                <a:lnTo>
                  <a:pt x="332578" y="1487711"/>
                </a:lnTo>
                <a:lnTo>
                  <a:pt x="399310" y="457462"/>
                </a:lnTo>
                <a:lnTo>
                  <a:pt x="428616" y="442980"/>
                </a:lnTo>
                <a:lnTo>
                  <a:pt x="412896" y="466531"/>
                </a:lnTo>
                <a:lnTo>
                  <a:pt x="347104" y="1480659"/>
                </a:lnTo>
                <a:lnTo>
                  <a:pt x="1192238" y="2044776"/>
                </a:lnTo>
                <a:lnTo>
                  <a:pt x="2103564" y="1595031"/>
                </a:lnTo>
                <a:lnTo>
                  <a:pt x="2119974" y="1570446"/>
                </a:lnTo>
                <a:lnTo>
                  <a:pt x="2117816" y="1603967"/>
                </a:lnTo>
                <a:close/>
              </a:path>
              <a:path extrusionOk="0" h="7172959" w="2184400">
                <a:moveTo>
                  <a:pt x="2119974" y="1570446"/>
                </a:moveTo>
                <a:lnTo>
                  <a:pt x="2103564" y="1595031"/>
                </a:lnTo>
                <a:lnTo>
                  <a:pt x="2169356" y="580902"/>
                </a:lnTo>
                <a:lnTo>
                  <a:pt x="1324222" y="16786"/>
                </a:lnTo>
                <a:lnTo>
                  <a:pt x="412896" y="466531"/>
                </a:lnTo>
                <a:lnTo>
                  <a:pt x="428616" y="442980"/>
                </a:lnTo>
                <a:lnTo>
                  <a:pt x="1325030" y="0"/>
                </a:lnTo>
                <a:lnTo>
                  <a:pt x="2184149" y="573452"/>
                </a:lnTo>
                <a:lnTo>
                  <a:pt x="2119974" y="1570446"/>
                </a:lnTo>
                <a:close/>
              </a:path>
            </a:pathLst>
          </a:custGeom>
          <a:solidFill>
            <a:srgbClr val="AE946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" name="Google Shape;37;p16"/>
          <p:cNvSpPr/>
          <p:nvPr/>
        </p:nvSpPr>
        <p:spPr>
          <a:xfrm>
            <a:off x="16947421" y="825155"/>
            <a:ext cx="1341120" cy="8169909"/>
          </a:xfrm>
          <a:custGeom>
            <a:rect b="b" l="l" r="r" t="t"/>
            <a:pathLst>
              <a:path extrusionOk="0" h="8169909" w="1341119">
                <a:moveTo>
                  <a:pt x="1340578" y="7931794"/>
                </a:moveTo>
                <a:lnTo>
                  <a:pt x="859119" y="8169476"/>
                </a:lnTo>
                <a:lnTo>
                  <a:pt x="0" y="7596024"/>
                </a:lnTo>
                <a:lnTo>
                  <a:pt x="132662" y="5543653"/>
                </a:lnTo>
                <a:lnTo>
                  <a:pt x="162809" y="5528777"/>
                </a:lnTo>
                <a:lnTo>
                  <a:pt x="146914" y="5552589"/>
                </a:lnTo>
                <a:lnTo>
                  <a:pt x="81526" y="6558323"/>
                </a:lnTo>
                <a:lnTo>
                  <a:pt x="103915" y="6547281"/>
                </a:lnTo>
                <a:lnTo>
                  <a:pt x="79915" y="6583236"/>
                </a:lnTo>
                <a:lnTo>
                  <a:pt x="14527" y="7588971"/>
                </a:lnTo>
                <a:lnTo>
                  <a:pt x="859660" y="8153089"/>
                </a:lnTo>
                <a:lnTo>
                  <a:pt x="1340578" y="7915753"/>
                </a:lnTo>
                <a:lnTo>
                  <a:pt x="1340578" y="7931794"/>
                </a:lnTo>
                <a:close/>
              </a:path>
              <a:path extrusionOk="0" h="8169909" w="1341119">
                <a:moveTo>
                  <a:pt x="1340578" y="5291302"/>
                </a:moveTo>
                <a:lnTo>
                  <a:pt x="1058240" y="5102844"/>
                </a:lnTo>
                <a:lnTo>
                  <a:pt x="146914" y="5552589"/>
                </a:lnTo>
                <a:lnTo>
                  <a:pt x="162809" y="5528777"/>
                </a:lnTo>
                <a:lnTo>
                  <a:pt x="1059447" y="5086324"/>
                </a:lnTo>
                <a:lnTo>
                  <a:pt x="1340578" y="5273976"/>
                </a:lnTo>
                <a:lnTo>
                  <a:pt x="1340578" y="5291302"/>
                </a:lnTo>
                <a:close/>
              </a:path>
              <a:path extrusionOk="0" h="8169909" w="1341119">
                <a:moveTo>
                  <a:pt x="1340578" y="6942287"/>
                </a:moveTo>
                <a:lnTo>
                  <a:pt x="925049" y="7147354"/>
                </a:lnTo>
                <a:lnTo>
                  <a:pt x="79915" y="6583237"/>
                </a:lnTo>
                <a:lnTo>
                  <a:pt x="87648" y="6571651"/>
                </a:lnTo>
                <a:lnTo>
                  <a:pt x="925989" y="7131233"/>
                </a:lnTo>
                <a:lnTo>
                  <a:pt x="1340578" y="6926559"/>
                </a:lnTo>
                <a:lnTo>
                  <a:pt x="1340578" y="6942287"/>
                </a:lnTo>
                <a:close/>
              </a:path>
              <a:path extrusionOk="0" h="8169909" w="1341119">
                <a:moveTo>
                  <a:pt x="1340578" y="6358586"/>
                </a:moveTo>
                <a:lnTo>
                  <a:pt x="991377" y="6125498"/>
                </a:lnTo>
                <a:lnTo>
                  <a:pt x="87648" y="6571651"/>
                </a:lnTo>
                <a:lnTo>
                  <a:pt x="103915" y="6547281"/>
                </a:lnTo>
                <a:lnTo>
                  <a:pt x="992585" y="6108978"/>
                </a:lnTo>
                <a:lnTo>
                  <a:pt x="1340578" y="6341260"/>
                </a:lnTo>
                <a:lnTo>
                  <a:pt x="1340578" y="6358586"/>
                </a:lnTo>
                <a:close/>
              </a:path>
              <a:path extrusionOk="0" h="8169909" w="1341119">
                <a:moveTo>
                  <a:pt x="1340578" y="2984509"/>
                </a:moveTo>
                <a:lnTo>
                  <a:pt x="1190765" y="3058467"/>
                </a:lnTo>
                <a:lnTo>
                  <a:pt x="331645" y="2485015"/>
                </a:lnTo>
                <a:lnTo>
                  <a:pt x="464973" y="432511"/>
                </a:lnTo>
                <a:lnTo>
                  <a:pt x="494273" y="418038"/>
                </a:lnTo>
                <a:lnTo>
                  <a:pt x="478560" y="441580"/>
                </a:lnTo>
                <a:lnTo>
                  <a:pt x="413171" y="1447315"/>
                </a:lnTo>
                <a:lnTo>
                  <a:pt x="435567" y="1436262"/>
                </a:lnTo>
                <a:lnTo>
                  <a:pt x="411827" y="1471829"/>
                </a:lnTo>
                <a:lnTo>
                  <a:pt x="346438" y="2477564"/>
                </a:lnTo>
                <a:lnTo>
                  <a:pt x="1191572" y="3041680"/>
                </a:lnTo>
                <a:lnTo>
                  <a:pt x="1340578" y="2968145"/>
                </a:lnTo>
                <a:lnTo>
                  <a:pt x="1340578" y="2984509"/>
                </a:lnTo>
                <a:close/>
              </a:path>
              <a:path extrusionOk="0" h="8169909" w="1341119">
                <a:moveTo>
                  <a:pt x="1340578" y="16169"/>
                </a:moveTo>
                <a:lnTo>
                  <a:pt x="478560" y="441580"/>
                </a:lnTo>
                <a:lnTo>
                  <a:pt x="494273" y="418038"/>
                </a:lnTo>
                <a:lnTo>
                  <a:pt x="1340578" y="0"/>
                </a:lnTo>
                <a:lnTo>
                  <a:pt x="1340578" y="16169"/>
                </a:lnTo>
                <a:close/>
              </a:path>
              <a:path extrusionOk="0" h="8169909" w="1341119">
                <a:moveTo>
                  <a:pt x="1340578" y="1994679"/>
                </a:moveTo>
                <a:lnTo>
                  <a:pt x="1256960" y="2035945"/>
                </a:lnTo>
                <a:lnTo>
                  <a:pt x="411827" y="1471829"/>
                </a:lnTo>
                <a:lnTo>
                  <a:pt x="419827" y="1459843"/>
                </a:lnTo>
                <a:lnTo>
                  <a:pt x="1258168" y="2019425"/>
                </a:lnTo>
                <a:lnTo>
                  <a:pt x="1340578" y="1978741"/>
                </a:lnTo>
                <a:lnTo>
                  <a:pt x="1340578" y="1994679"/>
                </a:lnTo>
                <a:close/>
              </a:path>
              <a:path extrusionOk="0" h="8169909" w="1341119">
                <a:moveTo>
                  <a:pt x="1340578" y="1025052"/>
                </a:moveTo>
                <a:lnTo>
                  <a:pt x="1323556" y="1013691"/>
                </a:lnTo>
                <a:lnTo>
                  <a:pt x="419827" y="1459843"/>
                </a:lnTo>
                <a:lnTo>
                  <a:pt x="435567" y="1436262"/>
                </a:lnTo>
                <a:lnTo>
                  <a:pt x="1324497" y="997570"/>
                </a:lnTo>
                <a:lnTo>
                  <a:pt x="1340578" y="1008304"/>
                </a:lnTo>
                <a:lnTo>
                  <a:pt x="1340578" y="1025052"/>
                </a:lnTo>
                <a:close/>
              </a:path>
            </a:pathLst>
          </a:custGeom>
          <a:solidFill>
            <a:srgbClr val="5CA2A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" name="Google Shape;38;p16"/>
          <p:cNvSpPr/>
          <p:nvPr/>
        </p:nvSpPr>
        <p:spPr>
          <a:xfrm>
            <a:off x="16227619" y="0"/>
            <a:ext cx="2060575" cy="10287000"/>
          </a:xfrm>
          <a:custGeom>
            <a:rect b="b" l="l" r="r" t="t"/>
            <a:pathLst>
              <a:path extrusionOk="0" h="10287000" w="2060575">
                <a:moveTo>
                  <a:pt x="1942030" y="10286959"/>
                </a:moveTo>
                <a:lnTo>
                  <a:pt x="1915946" y="10286951"/>
                </a:lnTo>
                <a:lnTo>
                  <a:pt x="1504798" y="10012584"/>
                </a:lnTo>
                <a:lnTo>
                  <a:pt x="1505134" y="10008620"/>
                </a:lnTo>
                <a:lnTo>
                  <a:pt x="1571598" y="8982235"/>
                </a:lnTo>
                <a:lnTo>
                  <a:pt x="1601752" y="8967349"/>
                </a:lnTo>
                <a:lnTo>
                  <a:pt x="1585851" y="8991171"/>
                </a:lnTo>
                <a:lnTo>
                  <a:pt x="1520059" y="10005299"/>
                </a:lnTo>
                <a:lnTo>
                  <a:pt x="1942030" y="10286959"/>
                </a:lnTo>
                <a:close/>
              </a:path>
              <a:path extrusionOk="0" h="10287000" w="2060575">
                <a:moveTo>
                  <a:pt x="2060380" y="8756988"/>
                </a:moveTo>
                <a:lnTo>
                  <a:pt x="1585851" y="8991171"/>
                </a:lnTo>
                <a:lnTo>
                  <a:pt x="1601752" y="8967349"/>
                </a:lnTo>
                <a:lnTo>
                  <a:pt x="2060380" y="8740938"/>
                </a:lnTo>
                <a:lnTo>
                  <a:pt x="2060380" y="8756988"/>
                </a:lnTo>
                <a:close/>
              </a:path>
              <a:path extrusionOk="0" h="10287000" w="2060575">
                <a:moveTo>
                  <a:pt x="2060380" y="7182585"/>
                </a:moveTo>
                <a:lnTo>
                  <a:pt x="1704520" y="6945053"/>
                </a:lnTo>
                <a:lnTo>
                  <a:pt x="1770445" y="5931591"/>
                </a:lnTo>
                <a:lnTo>
                  <a:pt x="859119" y="6381336"/>
                </a:lnTo>
                <a:lnTo>
                  <a:pt x="0" y="5807884"/>
                </a:lnTo>
                <a:lnTo>
                  <a:pt x="66732" y="4777635"/>
                </a:lnTo>
                <a:lnTo>
                  <a:pt x="96861" y="4762785"/>
                </a:lnTo>
                <a:lnTo>
                  <a:pt x="80718" y="4786970"/>
                </a:lnTo>
                <a:lnTo>
                  <a:pt x="14926" y="5801098"/>
                </a:lnTo>
                <a:lnTo>
                  <a:pt x="860060" y="6365215"/>
                </a:lnTo>
                <a:lnTo>
                  <a:pt x="1771385" y="5915470"/>
                </a:lnTo>
                <a:lnTo>
                  <a:pt x="1787239" y="5891719"/>
                </a:lnTo>
                <a:lnTo>
                  <a:pt x="1786179" y="5908019"/>
                </a:lnTo>
                <a:lnTo>
                  <a:pt x="1800833" y="5900775"/>
                </a:lnTo>
                <a:lnTo>
                  <a:pt x="1784971" y="5924539"/>
                </a:lnTo>
                <a:lnTo>
                  <a:pt x="1719179" y="6938667"/>
                </a:lnTo>
                <a:lnTo>
                  <a:pt x="2060380" y="7166414"/>
                </a:lnTo>
                <a:lnTo>
                  <a:pt x="2060380" y="7182585"/>
                </a:lnTo>
                <a:close/>
              </a:path>
              <a:path extrusionOk="0" h="10287000" w="2060575">
                <a:moveTo>
                  <a:pt x="1787239" y="5891719"/>
                </a:moveTo>
                <a:lnTo>
                  <a:pt x="1771385" y="5915470"/>
                </a:lnTo>
                <a:lnTo>
                  <a:pt x="1837177" y="4901342"/>
                </a:lnTo>
                <a:lnTo>
                  <a:pt x="992043" y="4337226"/>
                </a:lnTo>
                <a:lnTo>
                  <a:pt x="80718" y="4786970"/>
                </a:lnTo>
                <a:lnTo>
                  <a:pt x="96861" y="4762785"/>
                </a:lnTo>
                <a:lnTo>
                  <a:pt x="992984" y="4321105"/>
                </a:lnTo>
                <a:lnTo>
                  <a:pt x="1852104" y="4894557"/>
                </a:lnTo>
                <a:lnTo>
                  <a:pt x="1787239" y="5891719"/>
                </a:lnTo>
                <a:close/>
              </a:path>
              <a:path extrusionOk="0" h="10287000" w="2060575">
                <a:moveTo>
                  <a:pt x="2060380" y="5788623"/>
                </a:moveTo>
                <a:lnTo>
                  <a:pt x="1784971" y="5924539"/>
                </a:lnTo>
                <a:lnTo>
                  <a:pt x="1800833" y="5900775"/>
                </a:lnTo>
                <a:lnTo>
                  <a:pt x="2060380" y="5772479"/>
                </a:lnTo>
                <a:lnTo>
                  <a:pt x="2060380" y="5788623"/>
                </a:lnTo>
                <a:close/>
              </a:path>
              <a:path extrusionOk="0" h="10287000" w="2060575">
                <a:moveTo>
                  <a:pt x="2060379" y="841489"/>
                </a:moveTo>
                <a:lnTo>
                  <a:pt x="1191164" y="1270593"/>
                </a:lnTo>
                <a:lnTo>
                  <a:pt x="332045" y="697141"/>
                </a:lnTo>
                <a:lnTo>
                  <a:pt x="377364" y="0"/>
                </a:lnTo>
                <a:lnTo>
                  <a:pt x="391581" y="0"/>
                </a:lnTo>
                <a:lnTo>
                  <a:pt x="346837" y="689691"/>
                </a:lnTo>
                <a:lnTo>
                  <a:pt x="1191971" y="1253807"/>
                </a:lnTo>
                <a:lnTo>
                  <a:pt x="2060379" y="825242"/>
                </a:lnTo>
                <a:lnTo>
                  <a:pt x="2060379" y="841489"/>
                </a:lnTo>
                <a:close/>
              </a:path>
            </a:pathLst>
          </a:custGeom>
          <a:solidFill>
            <a:srgbClr val="9C83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39" name="Google Shape;3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884305" y="340215"/>
            <a:ext cx="5400674" cy="9610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" y="7245444"/>
            <a:ext cx="5019954" cy="304155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6"/>
          <p:cNvSpPr/>
          <p:nvPr/>
        </p:nvSpPr>
        <p:spPr>
          <a:xfrm>
            <a:off x="89491" y="6292453"/>
            <a:ext cx="857885" cy="822960"/>
          </a:xfrm>
          <a:custGeom>
            <a:rect b="b" l="l" r="r" t="t"/>
            <a:pathLst>
              <a:path extrusionOk="0" h="822959" w="857885">
                <a:moveTo>
                  <a:pt x="354399" y="822624"/>
                </a:moveTo>
                <a:lnTo>
                  <a:pt x="307502" y="817872"/>
                </a:lnTo>
                <a:lnTo>
                  <a:pt x="261555" y="807223"/>
                </a:lnTo>
                <a:lnTo>
                  <a:pt x="217200" y="790786"/>
                </a:lnTo>
                <a:lnTo>
                  <a:pt x="175062" y="768667"/>
                </a:lnTo>
                <a:lnTo>
                  <a:pt x="135765" y="740968"/>
                </a:lnTo>
                <a:lnTo>
                  <a:pt x="99933" y="707794"/>
                </a:lnTo>
                <a:lnTo>
                  <a:pt x="68191" y="669248"/>
                </a:lnTo>
                <a:lnTo>
                  <a:pt x="41945" y="626784"/>
                </a:lnTo>
                <a:lnTo>
                  <a:pt x="22106" y="582180"/>
                </a:lnTo>
                <a:lnTo>
                  <a:pt x="8572" y="536061"/>
                </a:lnTo>
                <a:lnTo>
                  <a:pt x="1238" y="489051"/>
                </a:lnTo>
                <a:lnTo>
                  <a:pt x="0" y="441776"/>
                </a:lnTo>
                <a:lnTo>
                  <a:pt x="4754" y="394859"/>
                </a:lnTo>
                <a:lnTo>
                  <a:pt x="15401" y="348904"/>
                </a:lnTo>
                <a:lnTo>
                  <a:pt x="31840" y="304541"/>
                </a:lnTo>
                <a:lnTo>
                  <a:pt x="53967" y="262394"/>
                </a:lnTo>
                <a:lnTo>
                  <a:pt x="81677" y="223090"/>
                </a:lnTo>
                <a:lnTo>
                  <a:pt x="114868" y="187254"/>
                </a:lnTo>
                <a:lnTo>
                  <a:pt x="153434" y="155514"/>
                </a:lnTo>
                <a:lnTo>
                  <a:pt x="275529" y="68153"/>
                </a:lnTo>
                <a:lnTo>
                  <a:pt x="317986" y="41925"/>
                </a:lnTo>
                <a:lnTo>
                  <a:pt x="362582" y="22099"/>
                </a:lnTo>
                <a:lnTo>
                  <a:pt x="408689" y="8572"/>
                </a:lnTo>
                <a:lnTo>
                  <a:pt x="455685" y="1239"/>
                </a:lnTo>
                <a:lnTo>
                  <a:pt x="502944" y="0"/>
                </a:lnTo>
                <a:lnTo>
                  <a:pt x="549840" y="4750"/>
                </a:lnTo>
                <a:lnTo>
                  <a:pt x="595798" y="15410"/>
                </a:lnTo>
                <a:lnTo>
                  <a:pt x="640153" y="31847"/>
                </a:lnTo>
                <a:lnTo>
                  <a:pt x="662084" y="43359"/>
                </a:lnTo>
                <a:lnTo>
                  <a:pt x="493076" y="43359"/>
                </a:lnTo>
                <a:lnTo>
                  <a:pt x="443027" y="46575"/>
                </a:lnTo>
                <a:lnTo>
                  <a:pt x="393652" y="57582"/>
                </a:lnTo>
                <a:lnTo>
                  <a:pt x="345905" y="76537"/>
                </a:lnTo>
                <a:lnTo>
                  <a:pt x="300739" y="103596"/>
                </a:lnTo>
                <a:lnTo>
                  <a:pt x="178645" y="190957"/>
                </a:lnTo>
                <a:lnTo>
                  <a:pt x="138486" y="224939"/>
                </a:lnTo>
                <a:lnTo>
                  <a:pt x="105161" y="263974"/>
                </a:lnTo>
                <a:lnTo>
                  <a:pt x="78828" y="307112"/>
                </a:lnTo>
                <a:lnTo>
                  <a:pt x="59644" y="353400"/>
                </a:lnTo>
                <a:lnTo>
                  <a:pt x="47769" y="401888"/>
                </a:lnTo>
                <a:lnTo>
                  <a:pt x="43356" y="451642"/>
                </a:lnTo>
                <a:lnTo>
                  <a:pt x="46572" y="501674"/>
                </a:lnTo>
                <a:lnTo>
                  <a:pt x="57574" y="551031"/>
                </a:lnTo>
                <a:lnTo>
                  <a:pt x="76520" y="598759"/>
                </a:lnTo>
                <a:lnTo>
                  <a:pt x="103567" y="643904"/>
                </a:lnTo>
                <a:lnTo>
                  <a:pt x="103645" y="644071"/>
                </a:lnTo>
                <a:lnTo>
                  <a:pt x="137624" y="684200"/>
                </a:lnTo>
                <a:lnTo>
                  <a:pt x="176652" y="717503"/>
                </a:lnTo>
                <a:lnTo>
                  <a:pt x="219777" y="743821"/>
                </a:lnTo>
                <a:lnTo>
                  <a:pt x="266051" y="762996"/>
                </a:lnTo>
                <a:lnTo>
                  <a:pt x="314520" y="774868"/>
                </a:lnTo>
                <a:lnTo>
                  <a:pt x="364287" y="779286"/>
                </a:lnTo>
                <a:lnTo>
                  <a:pt x="541669" y="779286"/>
                </a:lnTo>
                <a:lnTo>
                  <a:pt x="539362" y="780711"/>
                </a:lnTo>
                <a:lnTo>
                  <a:pt x="494764" y="800536"/>
                </a:lnTo>
                <a:lnTo>
                  <a:pt x="448655" y="814060"/>
                </a:lnTo>
                <a:lnTo>
                  <a:pt x="401658" y="821388"/>
                </a:lnTo>
                <a:lnTo>
                  <a:pt x="354399" y="822624"/>
                </a:lnTo>
                <a:close/>
              </a:path>
              <a:path extrusionOk="0" h="822959" w="857885">
                <a:moveTo>
                  <a:pt x="541669" y="779286"/>
                </a:moveTo>
                <a:lnTo>
                  <a:pt x="364287" y="779286"/>
                </a:lnTo>
                <a:lnTo>
                  <a:pt x="414334" y="776069"/>
                </a:lnTo>
                <a:lnTo>
                  <a:pt x="463708" y="765062"/>
                </a:lnTo>
                <a:lnTo>
                  <a:pt x="511456" y="746107"/>
                </a:lnTo>
                <a:lnTo>
                  <a:pt x="556625" y="719048"/>
                </a:lnTo>
                <a:lnTo>
                  <a:pt x="678720" y="631687"/>
                </a:lnTo>
                <a:lnTo>
                  <a:pt x="718879" y="597704"/>
                </a:lnTo>
                <a:lnTo>
                  <a:pt x="752204" y="558667"/>
                </a:lnTo>
                <a:lnTo>
                  <a:pt x="778537" y="515528"/>
                </a:lnTo>
                <a:lnTo>
                  <a:pt x="797720" y="469240"/>
                </a:lnTo>
                <a:lnTo>
                  <a:pt x="809595" y="420757"/>
                </a:lnTo>
                <a:lnTo>
                  <a:pt x="814013" y="371003"/>
                </a:lnTo>
                <a:lnTo>
                  <a:pt x="810798" y="320970"/>
                </a:lnTo>
                <a:lnTo>
                  <a:pt x="799794" y="271613"/>
                </a:lnTo>
                <a:lnTo>
                  <a:pt x="780846" y="223885"/>
                </a:lnTo>
                <a:lnTo>
                  <a:pt x="753797" y="178740"/>
                </a:lnTo>
                <a:lnTo>
                  <a:pt x="753720" y="178574"/>
                </a:lnTo>
                <a:lnTo>
                  <a:pt x="719741" y="138444"/>
                </a:lnTo>
                <a:lnTo>
                  <a:pt x="680713" y="105141"/>
                </a:lnTo>
                <a:lnTo>
                  <a:pt x="637587" y="78823"/>
                </a:lnTo>
                <a:lnTo>
                  <a:pt x="591314" y="59648"/>
                </a:lnTo>
                <a:lnTo>
                  <a:pt x="542845" y="47776"/>
                </a:lnTo>
                <a:lnTo>
                  <a:pt x="493076" y="43359"/>
                </a:lnTo>
                <a:lnTo>
                  <a:pt x="662084" y="43359"/>
                </a:lnTo>
                <a:lnTo>
                  <a:pt x="721588" y="81665"/>
                </a:lnTo>
                <a:lnTo>
                  <a:pt x="757420" y="114839"/>
                </a:lnTo>
                <a:lnTo>
                  <a:pt x="789163" y="153385"/>
                </a:lnTo>
                <a:lnTo>
                  <a:pt x="815409" y="195849"/>
                </a:lnTo>
                <a:lnTo>
                  <a:pt x="835247" y="240453"/>
                </a:lnTo>
                <a:lnTo>
                  <a:pt x="848782" y="286572"/>
                </a:lnTo>
                <a:lnTo>
                  <a:pt x="856116" y="333582"/>
                </a:lnTo>
                <a:lnTo>
                  <a:pt x="857354" y="380857"/>
                </a:lnTo>
                <a:lnTo>
                  <a:pt x="852600" y="427774"/>
                </a:lnTo>
                <a:lnTo>
                  <a:pt x="841948" y="473729"/>
                </a:lnTo>
                <a:lnTo>
                  <a:pt x="825506" y="518092"/>
                </a:lnTo>
                <a:lnTo>
                  <a:pt x="803379" y="560239"/>
                </a:lnTo>
                <a:lnTo>
                  <a:pt x="775669" y="599543"/>
                </a:lnTo>
                <a:lnTo>
                  <a:pt x="742481" y="635379"/>
                </a:lnTo>
                <a:lnTo>
                  <a:pt x="703919" y="667119"/>
                </a:lnTo>
                <a:lnTo>
                  <a:pt x="581825" y="754480"/>
                </a:lnTo>
                <a:lnTo>
                  <a:pt x="541669" y="77928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" name="Google Shape;42;p16"/>
          <p:cNvSpPr txBox="1"/>
          <p:nvPr>
            <p:ph type="title"/>
          </p:nvPr>
        </p:nvSpPr>
        <p:spPr>
          <a:xfrm>
            <a:off x="3872489" y="487991"/>
            <a:ext cx="10543021" cy="17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3872489" y="487991"/>
            <a:ext cx="10543021" cy="17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16318167" y="2823374"/>
            <a:ext cx="1970405" cy="4634865"/>
          </a:xfrm>
          <a:custGeom>
            <a:rect b="b" l="l" r="r" t="t"/>
            <a:pathLst>
              <a:path extrusionOk="0" h="4634865" w="1970405">
                <a:moveTo>
                  <a:pt x="1822513" y="1120178"/>
                </a:moveTo>
                <a:lnTo>
                  <a:pt x="1557680" y="220408"/>
                </a:lnTo>
                <a:lnTo>
                  <a:pt x="646506" y="0"/>
                </a:lnTo>
                <a:lnTo>
                  <a:pt x="0" y="678891"/>
                </a:lnTo>
                <a:lnTo>
                  <a:pt x="264845" y="1578660"/>
                </a:lnTo>
                <a:lnTo>
                  <a:pt x="1176032" y="1799069"/>
                </a:lnTo>
                <a:lnTo>
                  <a:pt x="1822513" y="1120178"/>
                </a:lnTo>
                <a:close/>
              </a:path>
              <a:path extrusionOk="0" h="4634865" w="1970405">
                <a:moveTo>
                  <a:pt x="1969833" y="2963595"/>
                </a:moveTo>
                <a:lnTo>
                  <a:pt x="1484236" y="2846133"/>
                </a:lnTo>
                <a:lnTo>
                  <a:pt x="837742" y="3525037"/>
                </a:lnTo>
                <a:lnTo>
                  <a:pt x="1102575" y="4424794"/>
                </a:lnTo>
                <a:lnTo>
                  <a:pt x="1969833" y="4634573"/>
                </a:lnTo>
                <a:lnTo>
                  <a:pt x="1969833" y="2963595"/>
                </a:lnTo>
                <a:close/>
              </a:path>
              <a:path extrusionOk="0" h="4634865" w="1970405">
                <a:moveTo>
                  <a:pt x="1969833" y="1201280"/>
                </a:moveTo>
                <a:lnTo>
                  <a:pt x="1886978" y="1181239"/>
                </a:lnTo>
                <a:lnTo>
                  <a:pt x="1240485" y="1860130"/>
                </a:lnTo>
                <a:lnTo>
                  <a:pt x="1505318" y="2759900"/>
                </a:lnTo>
                <a:lnTo>
                  <a:pt x="1969833" y="2872257"/>
                </a:lnTo>
                <a:lnTo>
                  <a:pt x="1969833" y="1201280"/>
                </a:lnTo>
                <a:close/>
              </a:path>
            </a:pathLst>
          </a:custGeom>
          <a:solidFill>
            <a:srgbClr val="FF8BA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3"/>
          <p:cNvSpPr/>
          <p:nvPr/>
        </p:nvSpPr>
        <p:spPr>
          <a:xfrm>
            <a:off x="15624925" y="2924504"/>
            <a:ext cx="2663190" cy="4832350"/>
          </a:xfrm>
          <a:custGeom>
            <a:rect b="b" l="l" r="r" t="t"/>
            <a:pathLst>
              <a:path extrusionOk="0" h="4832350" w="2663190">
                <a:moveTo>
                  <a:pt x="2663075" y="1348346"/>
                </a:moveTo>
                <a:lnTo>
                  <a:pt x="2151646" y="1224635"/>
                </a:lnTo>
                <a:lnTo>
                  <a:pt x="2002383" y="1188542"/>
                </a:lnTo>
                <a:lnTo>
                  <a:pt x="1916849" y="897928"/>
                </a:lnTo>
                <a:lnTo>
                  <a:pt x="1916849" y="1213713"/>
                </a:lnTo>
                <a:lnTo>
                  <a:pt x="1270368" y="1892604"/>
                </a:lnTo>
                <a:lnTo>
                  <a:pt x="359181" y="1672196"/>
                </a:lnTo>
                <a:lnTo>
                  <a:pt x="94335" y="772426"/>
                </a:lnTo>
                <a:lnTo>
                  <a:pt x="740829" y="93535"/>
                </a:lnTo>
                <a:lnTo>
                  <a:pt x="1652016" y="313944"/>
                </a:lnTo>
                <a:lnTo>
                  <a:pt x="1916849" y="1213713"/>
                </a:lnTo>
                <a:lnTo>
                  <a:pt x="1916849" y="897928"/>
                </a:lnTo>
                <a:lnTo>
                  <a:pt x="1730362" y="264287"/>
                </a:lnTo>
                <a:lnTo>
                  <a:pt x="1693900" y="232727"/>
                </a:lnTo>
                <a:lnTo>
                  <a:pt x="911174" y="43395"/>
                </a:lnTo>
                <a:lnTo>
                  <a:pt x="736701" y="1193"/>
                </a:lnTo>
                <a:lnTo>
                  <a:pt x="724662" y="0"/>
                </a:lnTo>
                <a:lnTo>
                  <a:pt x="713143" y="1981"/>
                </a:lnTo>
                <a:lnTo>
                  <a:pt x="12280" y="729869"/>
                </a:lnTo>
                <a:lnTo>
                  <a:pt x="0" y="761784"/>
                </a:lnTo>
                <a:lnTo>
                  <a:pt x="1778" y="773074"/>
                </a:lnTo>
                <a:lnTo>
                  <a:pt x="1587" y="773125"/>
                </a:lnTo>
                <a:lnTo>
                  <a:pt x="280835" y="1721853"/>
                </a:lnTo>
                <a:lnTo>
                  <a:pt x="317296" y="1753412"/>
                </a:lnTo>
                <a:lnTo>
                  <a:pt x="1249273" y="1978850"/>
                </a:lnTo>
                <a:lnTo>
                  <a:pt x="1514106" y="2878607"/>
                </a:lnTo>
                <a:lnTo>
                  <a:pt x="850011" y="3576002"/>
                </a:lnTo>
                <a:lnTo>
                  <a:pt x="842962" y="3585692"/>
                </a:lnTo>
                <a:lnTo>
                  <a:pt x="838873" y="3596538"/>
                </a:lnTo>
                <a:lnTo>
                  <a:pt x="837717" y="3607917"/>
                </a:lnTo>
                <a:lnTo>
                  <a:pt x="839508" y="3619208"/>
                </a:lnTo>
                <a:lnTo>
                  <a:pt x="839317" y="3619271"/>
                </a:lnTo>
                <a:lnTo>
                  <a:pt x="1118565" y="4567987"/>
                </a:lnTo>
                <a:lnTo>
                  <a:pt x="1155026" y="4599546"/>
                </a:lnTo>
                <a:lnTo>
                  <a:pt x="2112226" y="4831080"/>
                </a:lnTo>
                <a:lnTo>
                  <a:pt x="2124265" y="4832274"/>
                </a:lnTo>
                <a:lnTo>
                  <a:pt x="2135784" y="4830292"/>
                </a:lnTo>
                <a:lnTo>
                  <a:pt x="2146262" y="4825454"/>
                </a:lnTo>
                <a:lnTo>
                  <a:pt x="2155152" y="4818075"/>
                </a:lnTo>
                <a:lnTo>
                  <a:pt x="2278443" y="4688598"/>
                </a:lnTo>
                <a:lnTo>
                  <a:pt x="2663075" y="4284700"/>
                </a:lnTo>
                <a:lnTo>
                  <a:pt x="2663075" y="4155948"/>
                </a:lnTo>
                <a:lnTo>
                  <a:pt x="2108098" y="4738738"/>
                </a:lnTo>
                <a:lnTo>
                  <a:pt x="1196898" y="4518330"/>
                </a:lnTo>
                <a:lnTo>
                  <a:pt x="932065" y="3618573"/>
                </a:lnTo>
                <a:lnTo>
                  <a:pt x="1578559" y="2939669"/>
                </a:lnTo>
                <a:lnTo>
                  <a:pt x="2489746" y="3160077"/>
                </a:lnTo>
                <a:lnTo>
                  <a:pt x="2663075" y="3748925"/>
                </a:lnTo>
                <a:lnTo>
                  <a:pt x="2663075" y="3433127"/>
                </a:lnTo>
                <a:lnTo>
                  <a:pt x="2575280" y="3134918"/>
                </a:lnTo>
                <a:lnTo>
                  <a:pt x="2663075" y="3042729"/>
                </a:lnTo>
                <a:lnTo>
                  <a:pt x="2663075" y="3029039"/>
                </a:lnTo>
                <a:lnTo>
                  <a:pt x="2663075" y="2913989"/>
                </a:lnTo>
                <a:lnTo>
                  <a:pt x="2510853" y="3073831"/>
                </a:lnTo>
                <a:lnTo>
                  <a:pt x="1748904" y="2889542"/>
                </a:lnTo>
                <a:lnTo>
                  <a:pt x="1599653" y="2853436"/>
                </a:lnTo>
                <a:lnTo>
                  <a:pt x="1334820" y="1953679"/>
                </a:lnTo>
                <a:lnTo>
                  <a:pt x="1401965" y="1883156"/>
                </a:lnTo>
                <a:lnTo>
                  <a:pt x="1440713" y="1842465"/>
                </a:lnTo>
                <a:lnTo>
                  <a:pt x="1981314" y="1274775"/>
                </a:lnTo>
                <a:lnTo>
                  <a:pt x="2663075" y="1439684"/>
                </a:lnTo>
                <a:lnTo>
                  <a:pt x="2663075" y="134834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" name="Google Shape;8;p13"/>
          <p:cNvSpPr txBox="1"/>
          <p:nvPr>
            <p:ph type="title"/>
          </p:nvPr>
        </p:nvSpPr>
        <p:spPr>
          <a:xfrm>
            <a:off x="3872489" y="487991"/>
            <a:ext cx="10543021" cy="17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3"/>
          <p:cNvSpPr txBox="1"/>
          <p:nvPr>
            <p:ph idx="1" type="body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/>
        </p:nvSpPr>
        <p:spPr>
          <a:xfrm>
            <a:off x="3885177" y="5723372"/>
            <a:ext cx="5142230" cy="487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>
                <a:latin typeface="Trebuchet MS"/>
                <a:ea typeface="Trebuchet MS"/>
                <a:cs typeface="Trebuchet MS"/>
                <a:sym typeface="Trebuchet MS"/>
              </a:rPr>
              <a:t>A NATIONAL LEVEL HACKATHON</a:t>
            </a:r>
            <a:endParaRPr sz="30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02817"/>
            <a:ext cx="2140697" cy="57841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2"/>
          <p:cNvGrpSpPr/>
          <p:nvPr/>
        </p:nvGrpSpPr>
        <p:grpSpPr>
          <a:xfrm>
            <a:off x="15624925" y="2823374"/>
            <a:ext cx="2663647" cy="4933480"/>
            <a:chOff x="15624925" y="2823374"/>
            <a:chExt cx="2663647" cy="4933480"/>
          </a:xfrm>
        </p:grpSpPr>
        <p:sp>
          <p:nvSpPr>
            <p:cNvPr id="70" name="Google Shape;70;p2"/>
            <p:cNvSpPr/>
            <p:nvPr/>
          </p:nvSpPr>
          <p:spPr>
            <a:xfrm>
              <a:off x="16318167" y="2823374"/>
              <a:ext cx="1970405" cy="4634865"/>
            </a:xfrm>
            <a:custGeom>
              <a:rect b="b" l="l" r="r" t="t"/>
              <a:pathLst>
                <a:path extrusionOk="0" h="4634865" w="1970405">
                  <a:moveTo>
                    <a:pt x="1822513" y="1120178"/>
                  </a:moveTo>
                  <a:lnTo>
                    <a:pt x="1557680" y="220408"/>
                  </a:lnTo>
                  <a:lnTo>
                    <a:pt x="646506" y="0"/>
                  </a:lnTo>
                  <a:lnTo>
                    <a:pt x="0" y="678891"/>
                  </a:lnTo>
                  <a:lnTo>
                    <a:pt x="264845" y="1578660"/>
                  </a:lnTo>
                  <a:lnTo>
                    <a:pt x="1176032" y="1799069"/>
                  </a:lnTo>
                  <a:lnTo>
                    <a:pt x="1822513" y="1120178"/>
                  </a:lnTo>
                  <a:close/>
                </a:path>
                <a:path extrusionOk="0" h="4634865" w="1970405">
                  <a:moveTo>
                    <a:pt x="1969833" y="2963595"/>
                  </a:moveTo>
                  <a:lnTo>
                    <a:pt x="1484236" y="2846133"/>
                  </a:lnTo>
                  <a:lnTo>
                    <a:pt x="837742" y="3525037"/>
                  </a:lnTo>
                  <a:lnTo>
                    <a:pt x="1102575" y="4424794"/>
                  </a:lnTo>
                  <a:lnTo>
                    <a:pt x="1969833" y="4634573"/>
                  </a:lnTo>
                  <a:lnTo>
                    <a:pt x="1969833" y="2963595"/>
                  </a:lnTo>
                  <a:close/>
                </a:path>
                <a:path extrusionOk="0" h="4634865" w="1970405">
                  <a:moveTo>
                    <a:pt x="1969833" y="1201280"/>
                  </a:moveTo>
                  <a:lnTo>
                    <a:pt x="1886978" y="1181239"/>
                  </a:lnTo>
                  <a:lnTo>
                    <a:pt x="1240485" y="1860130"/>
                  </a:lnTo>
                  <a:lnTo>
                    <a:pt x="1505318" y="2759900"/>
                  </a:lnTo>
                  <a:lnTo>
                    <a:pt x="1969833" y="2872257"/>
                  </a:lnTo>
                  <a:lnTo>
                    <a:pt x="1969833" y="1201280"/>
                  </a:lnTo>
                  <a:close/>
                </a:path>
              </a:pathLst>
            </a:custGeom>
            <a:solidFill>
              <a:srgbClr val="FF8BA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5624925" y="2924504"/>
              <a:ext cx="2663190" cy="4832350"/>
            </a:xfrm>
            <a:custGeom>
              <a:rect b="b" l="l" r="r" t="t"/>
              <a:pathLst>
                <a:path extrusionOk="0" h="4832350" w="2663190">
                  <a:moveTo>
                    <a:pt x="2663075" y="1348346"/>
                  </a:moveTo>
                  <a:lnTo>
                    <a:pt x="2151646" y="1224635"/>
                  </a:lnTo>
                  <a:lnTo>
                    <a:pt x="2002383" y="1188542"/>
                  </a:lnTo>
                  <a:lnTo>
                    <a:pt x="1916849" y="897928"/>
                  </a:lnTo>
                  <a:lnTo>
                    <a:pt x="1916849" y="1213713"/>
                  </a:lnTo>
                  <a:lnTo>
                    <a:pt x="1270368" y="1892604"/>
                  </a:lnTo>
                  <a:lnTo>
                    <a:pt x="359181" y="1672196"/>
                  </a:lnTo>
                  <a:lnTo>
                    <a:pt x="94335" y="772426"/>
                  </a:lnTo>
                  <a:lnTo>
                    <a:pt x="740829" y="93535"/>
                  </a:lnTo>
                  <a:lnTo>
                    <a:pt x="1652016" y="313944"/>
                  </a:lnTo>
                  <a:lnTo>
                    <a:pt x="1916849" y="1213713"/>
                  </a:lnTo>
                  <a:lnTo>
                    <a:pt x="1916849" y="897928"/>
                  </a:lnTo>
                  <a:lnTo>
                    <a:pt x="1730362" y="264287"/>
                  </a:lnTo>
                  <a:lnTo>
                    <a:pt x="1693900" y="232727"/>
                  </a:lnTo>
                  <a:lnTo>
                    <a:pt x="911174" y="43395"/>
                  </a:lnTo>
                  <a:lnTo>
                    <a:pt x="736701" y="1193"/>
                  </a:lnTo>
                  <a:lnTo>
                    <a:pt x="724662" y="0"/>
                  </a:lnTo>
                  <a:lnTo>
                    <a:pt x="713143" y="1981"/>
                  </a:lnTo>
                  <a:lnTo>
                    <a:pt x="12280" y="729869"/>
                  </a:lnTo>
                  <a:lnTo>
                    <a:pt x="0" y="761784"/>
                  </a:lnTo>
                  <a:lnTo>
                    <a:pt x="1778" y="773074"/>
                  </a:lnTo>
                  <a:lnTo>
                    <a:pt x="1587" y="773125"/>
                  </a:lnTo>
                  <a:lnTo>
                    <a:pt x="280835" y="1721853"/>
                  </a:lnTo>
                  <a:lnTo>
                    <a:pt x="317296" y="1753412"/>
                  </a:lnTo>
                  <a:lnTo>
                    <a:pt x="1249273" y="1978850"/>
                  </a:lnTo>
                  <a:lnTo>
                    <a:pt x="1514106" y="2878607"/>
                  </a:lnTo>
                  <a:lnTo>
                    <a:pt x="850011" y="3576002"/>
                  </a:lnTo>
                  <a:lnTo>
                    <a:pt x="842962" y="3585692"/>
                  </a:lnTo>
                  <a:lnTo>
                    <a:pt x="838873" y="3596538"/>
                  </a:lnTo>
                  <a:lnTo>
                    <a:pt x="837717" y="3607917"/>
                  </a:lnTo>
                  <a:lnTo>
                    <a:pt x="839508" y="3619208"/>
                  </a:lnTo>
                  <a:lnTo>
                    <a:pt x="839317" y="3619271"/>
                  </a:lnTo>
                  <a:lnTo>
                    <a:pt x="1118565" y="4567987"/>
                  </a:lnTo>
                  <a:lnTo>
                    <a:pt x="1155026" y="4599546"/>
                  </a:lnTo>
                  <a:lnTo>
                    <a:pt x="2112226" y="4831080"/>
                  </a:lnTo>
                  <a:lnTo>
                    <a:pt x="2124265" y="4832274"/>
                  </a:lnTo>
                  <a:lnTo>
                    <a:pt x="2135784" y="4830292"/>
                  </a:lnTo>
                  <a:lnTo>
                    <a:pt x="2146262" y="4825454"/>
                  </a:lnTo>
                  <a:lnTo>
                    <a:pt x="2155152" y="4818075"/>
                  </a:lnTo>
                  <a:lnTo>
                    <a:pt x="2278443" y="4688598"/>
                  </a:lnTo>
                  <a:lnTo>
                    <a:pt x="2663075" y="4284700"/>
                  </a:lnTo>
                  <a:lnTo>
                    <a:pt x="2663075" y="4155948"/>
                  </a:lnTo>
                  <a:lnTo>
                    <a:pt x="2108098" y="4738738"/>
                  </a:lnTo>
                  <a:lnTo>
                    <a:pt x="1196898" y="4518330"/>
                  </a:lnTo>
                  <a:lnTo>
                    <a:pt x="932065" y="3618573"/>
                  </a:lnTo>
                  <a:lnTo>
                    <a:pt x="1578559" y="2939669"/>
                  </a:lnTo>
                  <a:lnTo>
                    <a:pt x="2489746" y="3160077"/>
                  </a:lnTo>
                  <a:lnTo>
                    <a:pt x="2663075" y="3748925"/>
                  </a:lnTo>
                  <a:lnTo>
                    <a:pt x="2663075" y="3433127"/>
                  </a:lnTo>
                  <a:lnTo>
                    <a:pt x="2575280" y="3134918"/>
                  </a:lnTo>
                  <a:lnTo>
                    <a:pt x="2663075" y="3042729"/>
                  </a:lnTo>
                  <a:lnTo>
                    <a:pt x="2663075" y="3029039"/>
                  </a:lnTo>
                  <a:lnTo>
                    <a:pt x="2663075" y="2913989"/>
                  </a:lnTo>
                  <a:lnTo>
                    <a:pt x="2510853" y="3073831"/>
                  </a:lnTo>
                  <a:lnTo>
                    <a:pt x="1748904" y="2889542"/>
                  </a:lnTo>
                  <a:lnTo>
                    <a:pt x="1599653" y="2853436"/>
                  </a:lnTo>
                  <a:lnTo>
                    <a:pt x="1334820" y="1953679"/>
                  </a:lnTo>
                  <a:lnTo>
                    <a:pt x="1401965" y="1883156"/>
                  </a:lnTo>
                  <a:lnTo>
                    <a:pt x="1440713" y="1842465"/>
                  </a:lnTo>
                  <a:lnTo>
                    <a:pt x="1981314" y="1274775"/>
                  </a:lnTo>
                  <a:lnTo>
                    <a:pt x="2663075" y="1439684"/>
                  </a:lnTo>
                  <a:lnTo>
                    <a:pt x="2663075" y="1348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descr="$PPTXTitle" id="72" name="Google Shape;72;p2"/>
          <p:cNvSpPr txBox="1"/>
          <p:nvPr>
            <p:ph type="title"/>
          </p:nvPr>
        </p:nvSpPr>
        <p:spPr>
          <a:xfrm>
            <a:off x="3657600" y="54517"/>
            <a:ext cx="10543021" cy="888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50">
            <a:spAutoFit/>
          </a:bodyPr>
          <a:lstStyle/>
          <a:p>
            <a:pPr indent="0" lvl="0" marL="44945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AIR-GUARD</a:t>
            </a:r>
            <a:endParaRPr/>
          </a:p>
        </p:txBody>
      </p:sp>
      <p:sp>
        <p:nvSpPr>
          <p:cNvPr id="73" name="Google Shape;73;p2"/>
          <p:cNvSpPr txBox="1"/>
          <p:nvPr/>
        </p:nvSpPr>
        <p:spPr>
          <a:xfrm>
            <a:off x="1823943" y="1795290"/>
            <a:ext cx="14424900" cy="6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latin typeface="Lucida Sans"/>
                <a:ea typeface="Lucida Sans"/>
                <a:cs typeface="Lucida Sans"/>
                <a:sym typeface="Lucida Sans"/>
              </a:rPr>
              <a:t>Problem Statement Title </a:t>
            </a:r>
            <a:r>
              <a:rPr lang="en-IN" sz="2800">
                <a:latin typeface="Lucida Sans"/>
                <a:ea typeface="Lucida Sans"/>
                <a:cs typeface="Lucida Sans"/>
                <a:sym typeface="Lucida Sans"/>
              </a:rPr>
              <a:t>:</a:t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/>
              <a:t>AirGuard provides caregivers, nurses, and doctors with continuous visibility into a vulnerable patient’s indoor environment and automatically responds when air conditions deteriorate.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/>
              <a:t> </a:t>
            </a:r>
            <a:endParaRPr b="1" sz="3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/>
              <a:t>SENSE → ANALYZE → ACT → ALERT</a:t>
            </a:r>
            <a:endParaRPr b="1" sz="3200"/>
          </a:p>
          <a:p>
            <a:pPr indent="0" lvl="0" marL="0" rtl="0" algn="l">
              <a:spcBef>
                <a:spcPts val="135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latin typeface="Lucida Sans"/>
                <a:ea typeface="Lucida Sans"/>
                <a:cs typeface="Lucida Sans"/>
                <a:sym typeface="Lucida Sans"/>
              </a:rPr>
              <a:t>Domain </a:t>
            </a:r>
            <a:r>
              <a:rPr lang="en-IN" sz="2800">
                <a:latin typeface="Lucida Sans"/>
                <a:ea typeface="Lucida Sans"/>
                <a:cs typeface="Lucida Sans"/>
                <a:sym typeface="Lucida Sans"/>
              </a:rPr>
              <a:t>:HEALTH CARE &amp; MEDTECH</a:t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IN" sz="2800">
                <a:latin typeface="Lucida Sans"/>
                <a:ea typeface="Lucida Sans"/>
                <a:cs typeface="Lucida Sans"/>
                <a:sym typeface="Lucida Sans"/>
              </a:rPr>
              <a:t>Team Name</a:t>
            </a:r>
            <a:r>
              <a:rPr lang="en-IN" sz="2800">
                <a:latin typeface="Lucida Sans"/>
                <a:ea typeface="Lucida Sans"/>
                <a:cs typeface="Lucida Sans"/>
                <a:sym typeface="Lucida Sans"/>
              </a:rPr>
              <a:t> : BYTEBENDERS</a:t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356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latin typeface="Lucida Sans"/>
                <a:ea typeface="Lucida Sans"/>
                <a:cs typeface="Lucida Sans"/>
                <a:sym typeface="Lucida Sans"/>
              </a:rPr>
              <a:t>Team Members &amp; Size </a:t>
            </a:r>
            <a:r>
              <a:rPr lang="en-IN" sz="2800">
                <a:latin typeface="Lucida Sans"/>
                <a:ea typeface="Lucida Sans"/>
                <a:cs typeface="Lucida Sans"/>
                <a:sym typeface="Lucida Sans"/>
              </a:rPr>
              <a:t>: 1.Ankit Kulkarni.2.Athrey Deshpande 3. Srusthi Pandit</a:t>
            </a:r>
            <a:r>
              <a:rPr lang="en-IN"/>
              <a:t>                                     </a:t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3568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latin typeface="Lucida Sans"/>
                <a:ea typeface="Lucida Sans"/>
                <a:cs typeface="Lucida Sans"/>
                <a:sym typeface="Lucida Sans"/>
              </a:rPr>
              <a:t>                                         </a:t>
            </a:r>
            <a:r>
              <a:rPr lang="en-IN" sz="2800">
                <a:latin typeface="Lucida Sans"/>
                <a:ea typeface="Lucida Sans"/>
                <a:cs typeface="Lucida Sans"/>
                <a:sym typeface="Lucida Sans"/>
              </a:rPr>
              <a:t>4.Prajakta Patil   </a:t>
            </a:r>
            <a:endParaRPr b="1" sz="2800"/>
          </a:p>
          <a:p>
            <a:pPr indent="0" lvl="0" marL="12700" marR="356870" rtl="0" algn="l">
              <a:lnSpc>
                <a:spcPct val="23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latin typeface="Lucida Sans"/>
                <a:ea typeface="Lucida Sans"/>
                <a:cs typeface="Lucida Sans"/>
                <a:sym typeface="Lucida Sans"/>
              </a:rPr>
              <a:t>College Name:</a:t>
            </a:r>
            <a:r>
              <a:rPr lang="en-IN" sz="2800">
                <a:latin typeface="Lucida Sans"/>
                <a:ea typeface="Lucida Sans"/>
                <a:cs typeface="Lucida Sans"/>
                <a:sym typeface="Lucida Sans"/>
              </a:rPr>
              <a:t> KLE TECHNOLOGICAL UNIVERSITY, HUBBALI, KARNATAKA.</a:t>
            </a:r>
            <a:endParaRPr sz="1800"/>
          </a:p>
          <a:p>
            <a:pPr indent="0" lvl="0" marL="12700" marR="356870" rtl="0" algn="l">
              <a:lnSpc>
                <a:spcPct val="23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74" name="Google Shape;74;p2"/>
          <p:cNvGrpSpPr/>
          <p:nvPr/>
        </p:nvGrpSpPr>
        <p:grpSpPr>
          <a:xfrm>
            <a:off x="0" y="0"/>
            <a:ext cx="3223225" cy="2986359"/>
            <a:chOff x="0" y="0"/>
            <a:chExt cx="3223225" cy="2986359"/>
          </a:xfrm>
        </p:grpSpPr>
        <p:pic>
          <p:nvPicPr>
            <p:cNvPr id="75" name="Google Shape;7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986359" cy="2986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2"/>
            <p:cNvSpPr/>
            <p:nvPr/>
          </p:nvSpPr>
          <p:spPr>
            <a:xfrm>
              <a:off x="2141694" y="602087"/>
              <a:ext cx="913765" cy="913765"/>
            </a:xfrm>
            <a:custGeom>
              <a:rect b="b" l="l" r="r" t="t"/>
              <a:pathLst>
                <a:path extrusionOk="0" h="913765" w="913764">
                  <a:moveTo>
                    <a:pt x="456876" y="913753"/>
                  </a:moveTo>
                  <a:lnTo>
                    <a:pt x="410163" y="911394"/>
                  </a:lnTo>
                  <a:lnTo>
                    <a:pt x="364800" y="904471"/>
                  </a:lnTo>
                  <a:lnTo>
                    <a:pt x="321015" y="893212"/>
                  </a:lnTo>
                  <a:lnTo>
                    <a:pt x="279039" y="877849"/>
                  </a:lnTo>
                  <a:lnTo>
                    <a:pt x="239102" y="858610"/>
                  </a:lnTo>
                  <a:lnTo>
                    <a:pt x="201432" y="835725"/>
                  </a:lnTo>
                  <a:lnTo>
                    <a:pt x="166260" y="809424"/>
                  </a:lnTo>
                  <a:lnTo>
                    <a:pt x="133816" y="779937"/>
                  </a:lnTo>
                  <a:lnTo>
                    <a:pt x="104328" y="747492"/>
                  </a:lnTo>
                  <a:lnTo>
                    <a:pt x="78027" y="712320"/>
                  </a:lnTo>
                  <a:lnTo>
                    <a:pt x="55142" y="674651"/>
                  </a:lnTo>
                  <a:lnTo>
                    <a:pt x="35903" y="634713"/>
                  </a:lnTo>
                  <a:lnTo>
                    <a:pt x="20540" y="592737"/>
                  </a:lnTo>
                  <a:lnTo>
                    <a:pt x="9282" y="548953"/>
                  </a:lnTo>
                  <a:lnTo>
                    <a:pt x="2358" y="503589"/>
                  </a:lnTo>
                  <a:lnTo>
                    <a:pt x="0" y="456876"/>
                  </a:lnTo>
                  <a:lnTo>
                    <a:pt x="2358" y="410163"/>
                  </a:lnTo>
                  <a:lnTo>
                    <a:pt x="9282" y="364799"/>
                  </a:lnTo>
                  <a:lnTo>
                    <a:pt x="20540" y="321015"/>
                  </a:lnTo>
                  <a:lnTo>
                    <a:pt x="35903" y="279039"/>
                  </a:lnTo>
                  <a:lnTo>
                    <a:pt x="55142" y="239102"/>
                  </a:lnTo>
                  <a:lnTo>
                    <a:pt x="78027" y="201432"/>
                  </a:lnTo>
                  <a:lnTo>
                    <a:pt x="104328" y="166260"/>
                  </a:lnTo>
                  <a:lnTo>
                    <a:pt x="133816" y="133816"/>
                  </a:lnTo>
                  <a:lnTo>
                    <a:pt x="166260" y="104328"/>
                  </a:lnTo>
                  <a:lnTo>
                    <a:pt x="201432" y="78027"/>
                  </a:lnTo>
                  <a:lnTo>
                    <a:pt x="239102" y="55142"/>
                  </a:lnTo>
                  <a:lnTo>
                    <a:pt x="279039" y="35903"/>
                  </a:lnTo>
                  <a:lnTo>
                    <a:pt x="321015" y="20540"/>
                  </a:lnTo>
                  <a:lnTo>
                    <a:pt x="364800" y="9282"/>
                  </a:lnTo>
                  <a:lnTo>
                    <a:pt x="410163" y="2358"/>
                  </a:lnTo>
                  <a:lnTo>
                    <a:pt x="456876" y="0"/>
                  </a:lnTo>
                  <a:lnTo>
                    <a:pt x="503589" y="2358"/>
                  </a:lnTo>
                  <a:lnTo>
                    <a:pt x="548953" y="9282"/>
                  </a:lnTo>
                  <a:lnTo>
                    <a:pt x="592737" y="20540"/>
                  </a:lnTo>
                  <a:lnTo>
                    <a:pt x="634713" y="35903"/>
                  </a:lnTo>
                  <a:lnTo>
                    <a:pt x="674651" y="55142"/>
                  </a:lnTo>
                  <a:lnTo>
                    <a:pt x="712320" y="78027"/>
                  </a:lnTo>
                  <a:lnTo>
                    <a:pt x="747492" y="104328"/>
                  </a:lnTo>
                  <a:lnTo>
                    <a:pt x="779937" y="133816"/>
                  </a:lnTo>
                  <a:lnTo>
                    <a:pt x="809424" y="166260"/>
                  </a:lnTo>
                  <a:lnTo>
                    <a:pt x="835725" y="201432"/>
                  </a:lnTo>
                  <a:lnTo>
                    <a:pt x="858610" y="239102"/>
                  </a:lnTo>
                  <a:lnTo>
                    <a:pt x="877849" y="279039"/>
                  </a:lnTo>
                  <a:lnTo>
                    <a:pt x="893212" y="321015"/>
                  </a:lnTo>
                  <a:lnTo>
                    <a:pt x="904471" y="364799"/>
                  </a:lnTo>
                  <a:lnTo>
                    <a:pt x="911394" y="410163"/>
                  </a:lnTo>
                  <a:lnTo>
                    <a:pt x="913753" y="456876"/>
                  </a:lnTo>
                  <a:lnTo>
                    <a:pt x="911394" y="503589"/>
                  </a:lnTo>
                  <a:lnTo>
                    <a:pt x="904471" y="548953"/>
                  </a:lnTo>
                  <a:lnTo>
                    <a:pt x="893212" y="592737"/>
                  </a:lnTo>
                  <a:lnTo>
                    <a:pt x="877849" y="634713"/>
                  </a:lnTo>
                  <a:lnTo>
                    <a:pt x="858610" y="674651"/>
                  </a:lnTo>
                  <a:lnTo>
                    <a:pt x="835725" y="712320"/>
                  </a:lnTo>
                  <a:lnTo>
                    <a:pt x="809424" y="747492"/>
                  </a:lnTo>
                  <a:lnTo>
                    <a:pt x="779937" y="779937"/>
                  </a:lnTo>
                  <a:lnTo>
                    <a:pt x="747492" y="809424"/>
                  </a:lnTo>
                  <a:lnTo>
                    <a:pt x="712320" y="835725"/>
                  </a:lnTo>
                  <a:lnTo>
                    <a:pt x="674651" y="858610"/>
                  </a:lnTo>
                  <a:lnTo>
                    <a:pt x="634713" y="877849"/>
                  </a:lnTo>
                  <a:lnTo>
                    <a:pt x="592737" y="893212"/>
                  </a:lnTo>
                  <a:lnTo>
                    <a:pt x="548953" y="904471"/>
                  </a:lnTo>
                  <a:lnTo>
                    <a:pt x="503589" y="911394"/>
                  </a:lnTo>
                  <a:lnTo>
                    <a:pt x="456876" y="9137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77" name="Google Shape;77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50293" y="778775"/>
              <a:ext cx="1272932" cy="5600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2"/>
          <p:cNvGrpSpPr/>
          <p:nvPr/>
        </p:nvGrpSpPr>
        <p:grpSpPr>
          <a:xfrm>
            <a:off x="0" y="9558397"/>
            <a:ext cx="18288000" cy="728602"/>
            <a:chOff x="0" y="9558397"/>
            <a:chExt cx="18288000" cy="728602"/>
          </a:xfrm>
        </p:grpSpPr>
        <p:pic>
          <p:nvPicPr>
            <p:cNvPr id="79" name="Google Shape;79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9615547"/>
              <a:ext cx="18288000" cy="67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939014" y="9558397"/>
              <a:ext cx="2781299" cy="7286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" name="Google Shape;81;p2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1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</a:t>
            </a:r>
            <a:r>
              <a:rPr lang="en-IN"/>
              <a:t> A N AT I O N AL L E VE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IN"/>
              <a:t> H AC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lang="en-IN"/>
              <a:t> AT H O 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86" name="Google Shape;86;p3"/>
          <p:cNvSpPr txBox="1"/>
          <p:nvPr>
            <p:ph type="title"/>
          </p:nvPr>
        </p:nvSpPr>
        <p:spPr>
          <a:xfrm>
            <a:off x="3872489" y="487991"/>
            <a:ext cx="10543021" cy="17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50">
            <a:spAutoFit/>
          </a:bodyPr>
          <a:lstStyle/>
          <a:p>
            <a:pPr indent="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IDEA AND PROPOSED SOLUTION</a:t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2315023" y="2246954"/>
            <a:ext cx="140631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u="sng">
                <a:latin typeface="Lucida Sans"/>
                <a:ea typeface="Lucida Sans"/>
                <a:cs typeface="Lucida Sans"/>
                <a:sym typeface="Lucida Sans"/>
              </a:rPr>
              <a:t>Describe Idea:</a:t>
            </a:r>
            <a:endParaRPr sz="2800" u="sng">
              <a:latin typeface="Lucida Sans"/>
              <a:ea typeface="Lucida Sans"/>
              <a:cs typeface="Lucida Sans"/>
              <a:sym typeface="Lucida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AirGuard continuously monitors indoor air quality and environmental conditions around vulnerable patients.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It evaluates these conditions using patient-specific safety thresholds.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When conditions deteriorate, it automatically activates the air purification system.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It alerts caregivers, nurses, and doctors so they can take timely action.</a:t>
            </a:r>
            <a:endParaRPr b="1" sz="2900"/>
          </a:p>
        </p:txBody>
      </p:sp>
      <p:sp>
        <p:nvSpPr>
          <p:cNvPr id="88" name="Google Shape;88;p3"/>
          <p:cNvSpPr txBox="1"/>
          <p:nvPr/>
        </p:nvSpPr>
        <p:spPr>
          <a:xfrm>
            <a:off x="2315025" y="5886300"/>
            <a:ext cx="14063100" cy="4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u="sng">
                <a:latin typeface="Lucida Sans"/>
                <a:ea typeface="Lucida Sans"/>
                <a:cs typeface="Lucida Sans"/>
                <a:sym typeface="Lucida Sans"/>
              </a:rPr>
              <a:t>How is the problem approached:</a:t>
            </a:r>
            <a:endParaRPr b="1" sz="2900"/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AirGuard continuously monitors the patient’s indoor environment using real-time air-quality and temperature/humidity sensors.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It compares the readings with patient-specific safety thresholds to identify unsafe conditions.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The system automatically activates air purification when air quality deteriorates.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It sends alerts to caregivers, nurses, and doctors for timely intervention.</a:t>
            </a:r>
            <a:endParaRPr b="1" sz="2900"/>
          </a:p>
        </p:txBody>
      </p:sp>
      <p:grpSp>
        <p:nvGrpSpPr>
          <p:cNvPr id="89" name="Google Shape;89;p3"/>
          <p:cNvGrpSpPr/>
          <p:nvPr/>
        </p:nvGrpSpPr>
        <p:grpSpPr>
          <a:xfrm>
            <a:off x="0" y="4502785"/>
            <a:ext cx="18288000" cy="5784182"/>
            <a:chOff x="0" y="4502817"/>
            <a:chExt cx="18288000" cy="5784182"/>
          </a:xfrm>
        </p:grpSpPr>
        <p:pic>
          <p:nvPicPr>
            <p:cNvPr id="90" name="Google Shape;9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02817"/>
              <a:ext cx="2140697" cy="57841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9615547"/>
              <a:ext cx="18288000" cy="67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39014" y="9558397"/>
              <a:ext cx="2781299" cy="728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3"/>
          <p:cNvGrpSpPr/>
          <p:nvPr/>
        </p:nvGrpSpPr>
        <p:grpSpPr>
          <a:xfrm>
            <a:off x="-88964" y="-172998"/>
            <a:ext cx="3223225" cy="2986359"/>
            <a:chOff x="0" y="0"/>
            <a:chExt cx="3223225" cy="2986359"/>
          </a:xfrm>
        </p:grpSpPr>
        <p:pic>
          <p:nvPicPr>
            <p:cNvPr id="94" name="Google Shape;94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2986359" cy="2986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3"/>
            <p:cNvSpPr/>
            <p:nvPr/>
          </p:nvSpPr>
          <p:spPr>
            <a:xfrm>
              <a:off x="2141694" y="602087"/>
              <a:ext cx="913765" cy="913765"/>
            </a:xfrm>
            <a:custGeom>
              <a:rect b="b" l="l" r="r" t="t"/>
              <a:pathLst>
                <a:path extrusionOk="0" h="913765" w="913764">
                  <a:moveTo>
                    <a:pt x="456876" y="913753"/>
                  </a:moveTo>
                  <a:lnTo>
                    <a:pt x="410163" y="911394"/>
                  </a:lnTo>
                  <a:lnTo>
                    <a:pt x="364800" y="904471"/>
                  </a:lnTo>
                  <a:lnTo>
                    <a:pt x="321015" y="893212"/>
                  </a:lnTo>
                  <a:lnTo>
                    <a:pt x="279039" y="877849"/>
                  </a:lnTo>
                  <a:lnTo>
                    <a:pt x="239102" y="858610"/>
                  </a:lnTo>
                  <a:lnTo>
                    <a:pt x="201432" y="835725"/>
                  </a:lnTo>
                  <a:lnTo>
                    <a:pt x="166260" y="809424"/>
                  </a:lnTo>
                  <a:lnTo>
                    <a:pt x="133816" y="779937"/>
                  </a:lnTo>
                  <a:lnTo>
                    <a:pt x="104328" y="747492"/>
                  </a:lnTo>
                  <a:lnTo>
                    <a:pt x="78027" y="712320"/>
                  </a:lnTo>
                  <a:lnTo>
                    <a:pt x="55142" y="674651"/>
                  </a:lnTo>
                  <a:lnTo>
                    <a:pt x="35903" y="634713"/>
                  </a:lnTo>
                  <a:lnTo>
                    <a:pt x="20540" y="592737"/>
                  </a:lnTo>
                  <a:lnTo>
                    <a:pt x="9282" y="548953"/>
                  </a:lnTo>
                  <a:lnTo>
                    <a:pt x="2358" y="503589"/>
                  </a:lnTo>
                  <a:lnTo>
                    <a:pt x="0" y="456876"/>
                  </a:lnTo>
                  <a:lnTo>
                    <a:pt x="2358" y="410163"/>
                  </a:lnTo>
                  <a:lnTo>
                    <a:pt x="9282" y="364799"/>
                  </a:lnTo>
                  <a:lnTo>
                    <a:pt x="20540" y="321015"/>
                  </a:lnTo>
                  <a:lnTo>
                    <a:pt x="35903" y="279039"/>
                  </a:lnTo>
                  <a:lnTo>
                    <a:pt x="55142" y="239102"/>
                  </a:lnTo>
                  <a:lnTo>
                    <a:pt x="78027" y="201432"/>
                  </a:lnTo>
                  <a:lnTo>
                    <a:pt x="104328" y="166260"/>
                  </a:lnTo>
                  <a:lnTo>
                    <a:pt x="133816" y="133816"/>
                  </a:lnTo>
                  <a:lnTo>
                    <a:pt x="166260" y="104328"/>
                  </a:lnTo>
                  <a:lnTo>
                    <a:pt x="201432" y="78027"/>
                  </a:lnTo>
                  <a:lnTo>
                    <a:pt x="239102" y="55142"/>
                  </a:lnTo>
                  <a:lnTo>
                    <a:pt x="279039" y="35903"/>
                  </a:lnTo>
                  <a:lnTo>
                    <a:pt x="321015" y="20540"/>
                  </a:lnTo>
                  <a:lnTo>
                    <a:pt x="364800" y="9282"/>
                  </a:lnTo>
                  <a:lnTo>
                    <a:pt x="410163" y="2358"/>
                  </a:lnTo>
                  <a:lnTo>
                    <a:pt x="456876" y="0"/>
                  </a:lnTo>
                  <a:lnTo>
                    <a:pt x="503589" y="2358"/>
                  </a:lnTo>
                  <a:lnTo>
                    <a:pt x="548953" y="9282"/>
                  </a:lnTo>
                  <a:lnTo>
                    <a:pt x="592737" y="20540"/>
                  </a:lnTo>
                  <a:lnTo>
                    <a:pt x="634713" y="35903"/>
                  </a:lnTo>
                  <a:lnTo>
                    <a:pt x="674651" y="55142"/>
                  </a:lnTo>
                  <a:lnTo>
                    <a:pt x="712320" y="78027"/>
                  </a:lnTo>
                  <a:lnTo>
                    <a:pt x="747492" y="104328"/>
                  </a:lnTo>
                  <a:lnTo>
                    <a:pt x="779937" y="133816"/>
                  </a:lnTo>
                  <a:lnTo>
                    <a:pt x="809424" y="166260"/>
                  </a:lnTo>
                  <a:lnTo>
                    <a:pt x="835725" y="201432"/>
                  </a:lnTo>
                  <a:lnTo>
                    <a:pt x="858610" y="239102"/>
                  </a:lnTo>
                  <a:lnTo>
                    <a:pt x="877849" y="279039"/>
                  </a:lnTo>
                  <a:lnTo>
                    <a:pt x="893212" y="321015"/>
                  </a:lnTo>
                  <a:lnTo>
                    <a:pt x="904471" y="364799"/>
                  </a:lnTo>
                  <a:lnTo>
                    <a:pt x="911394" y="410163"/>
                  </a:lnTo>
                  <a:lnTo>
                    <a:pt x="913753" y="456876"/>
                  </a:lnTo>
                  <a:lnTo>
                    <a:pt x="911394" y="503589"/>
                  </a:lnTo>
                  <a:lnTo>
                    <a:pt x="904471" y="548953"/>
                  </a:lnTo>
                  <a:lnTo>
                    <a:pt x="893212" y="592737"/>
                  </a:lnTo>
                  <a:lnTo>
                    <a:pt x="877849" y="634713"/>
                  </a:lnTo>
                  <a:lnTo>
                    <a:pt x="858610" y="674651"/>
                  </a:lnTo>
                  <a:lnTo>
                    <a:pt x="835725" y="712320"/>
                  </a:lnTo>
                  <a:lnTo>
                    <a:pt x="809424" y="747492"/>
                  </a:lnTo>
                  <a:lnTo>
                    <a:pt x="779937" y="779937"/>
                  </a:lnTo>
                  <a:lnTo>
                    <a:pt x="747492" y="809424"/>
                  </a:lnTo>
                  <a:lnTo>
                    <a:pt x="712320" y="835725"/>
                  </a:lnTo>
                  <a:lnTo>
                    <a:pt x="674651" y="858610"/>
                  </a:lnTo>
                  <a:lnTo>
                    <a:pt x="634713" y="877849"/>
                  </a:lnTo>
                  <a:lnTo>
                    <a:pt x="592737" y="893212"/>
                  </a:lnTo>
                  <a:lnTo>
                    <a:pt x="548953" y="904471"/>
                  </a:lnTo>
                  <a:lnTo>
                    <a:pt x="503589" y="911394"/>
                  </a:lnTo>
                  <a:lnTo>
                    <a:pt x="456876" y="9137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96" name="Google Shape;96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950293" y="778775"/>
              <a:ext cx="1272932" cy="5600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" name="Google Shape;97;p3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1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</a:t>
            </a:r>
            <a:r>
              <a:rPr lang="en-IN"/>
              <a:t> A N AT I O N AL L E VE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IN"/>
              <a:t> H AC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lang="en-IN"/>
              <a:t> AT H O 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02" name="Google Shape;102;p4"/>
          <p:cNvSpPr txBox="1"/>
          <p:nvPr>
            <p:ph type="title"/>
          </p:nvPr>
        </p:nvSpPr>
        <p:spPr>
          <a:xfrm>
            <a:off x="3872502" y="488000"/>
            <a:ext cx="12423300" cy="8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50">
            <a:spAutoFit/>
          </a:bodyPr>
          <a:lstStyle/>
          <a:p>
            <a:pPr indent="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IDEA AND PROPOSED SOLUTION</a:t>
            </a:r>
            <a:endParaRPr/>
          </a:p>
        </p:txBody>
      </p:sp>
      <p:sp>
        <p:nvSpPr>
          <p:cNvPr id="103" name="Google Shape;103;p4"/>
          <p:cNvSpPr txBox="1"/>
          <p:nvPr/>
        </p:nvSpPr>
        <p:spPr>
          <a:xfrm>
            <a:off x="2220950" y="1794850"/>
            <a:ext cx="14289900" cy="78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u="sng">
                <a:latin typeface="Lucida Sans"/>
                <a:ea typeface="Lucida Sans"/>
                <a:cs typeface="Lucida Sans"/>
                <a:sym typeface="Lucida Sans"/>
              </a:rPr>
              <a:t>Why is this problem important or relevant? </a:t>
            </a:r>
            <a:endParaRPr b="1" sz="13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Poor indoor air quality can negatively affect vulnerable patients, especially those with respiratory conditions or weakened health.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Continuous monitoring and timely intervention can help reduce exposure to unsafe indoor conditions.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280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Who is affected?</a:t>
            </a:r>
            <a:endParaRPr sz="2800" u="sng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Hospitalized and vulnerable patients who are sensitive to changes in indoor air quality.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Caregivers, nurses, and doctors responsible for monitoring and supporting these patients.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280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Target Users</a:t>
            </a:r>
            <a:endParaRPr sz="2800" u="sng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Hospitals and healthcare facilities.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Nurses, doctors, and caregivers managing vulnerable patients.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Home-care patients requiring continuous environmental monitoring.</a:t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104" name="Google Shape;104;p4"/>
          <p:cNvGrpSpPr/>
          <p:nvPr/>
        </p:nvGrpSpPr>
        <p:grpSpPr>
          <a:xfrm>
            <a:off x="0" y="4502785"/>
            <a:ext cx="18288000" cy="5784182"/>
            <a:chOff x="0" y="4502817"/>
            <a:chExt cx="18288000" cy="5784182"/>
          </a:xfrm>
        </p:grpSpPr>
        <p:pic>
          <p:nvPicPr>
            <p:cNvPr id="105" name="Google Shape;10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02817"/>
              <a:ext cx="2140697" cy="57841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9615547"/>
              <a:ext cx="18288000" cy="67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39014" y="9558397"/>
              <a:ext cx="2781299" cy="728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4"/>
          <p:cNvGrpSpPr/>
          <p:nvPr/>
        </p:nvGrpSpPr>
        <p:grpSpPr>
          <a:xfrm>
            <a:off x="-88964" y="-172998"/>
            <a:ext cx="3223225" cy="2986359"/>
            <a:chOff x="0" y="0"/>
            <a:chExt cx="3223225" cy="2986359"/>
          </a:xfrm>
        </p:grpSpPr>
        <p:pic>
          <p:nvPicPr>
            <p:cNvPr id="109" name="Google Shape;109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2986359" cy="2986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4"/>
            <p:cNvSpPr/>
            <p:nvPr/>
          </p:nvSpPr>
          <p:spPr>
            <a:xfrm>
              <a:off x="2141694" y="602087"/>
              <a:ext cx="913765" cy="913765"/>
            </a:xfrm>
            <a:custGeom>
              <a:rect b="b" l="l" r="r" t="t"/>
              <a:pathLst>
                <a:path extrusionOk="0" h="913765" w="913764">
                  <a:moveTo>
                    <a:pt x="456876" y="913753"/>
                  </a:moveTo>
                  <a:lnTo>
                    <a:pt x="410163" y="911394"/>
                  </a:lnTo>
                  <a:lnTo>
                    <a:pt x="364800" y="904471"/>
                  </a:lnTo>
                  <a:lnTo>
                    <a:pt x="321015" y="893212"/>
                  </a:lnTo>
                  <a:lnTo>
                    <a:pt x="279039" y="877849"/>
                  </a:lnTo>
                  <a:lnTo>
                    <a:pt x="239102" y="858610"/>
                  </a:lnTo>
                  <a:lnTo>
                    <a:pt x="201432" y="835725"/>
                  </a:lnTo>
                  <a:lnTo>
                    <a:pt x="166260" y="809424"/>
                  </a:lnTo>
                  <a:lnTo>
                    <a:pt x="133816" y="779937"/>
                  </a:lnTo>
                  <a:lnTo>
                    <a:pt x="104328" y="747492"/>
                  </a:lnTo>
                  <a:lnTo>
                    <a:pt x="78027" y="712320"/>
                  </a:lnTo>
                  <a:lnTo>
                    <a:pt x="55142" y="674651"/>
                  </a:lnTo>
                  <a:lnTo>
                    <a:pt x="35903" y="634713"/>
                  </a:lnTo>
                  <a:lnTo>
                    <a:pt x="20540" y="592737"/>
                  </a:lnTo>
                  <a:lnTo>
                    <a:pt x="9282" y="548953"/>
                  </a:lnTo>
                  <a:lnTo>
                    <a:pt x="2358" y="503589"/>
                  </a:lnTo>
                  <a:lnTo>
                    <a:pt x="0" y="456876"/>
                  </a:lnTo>
                  <a:lnTo>
                    <a:pt x="2358" y="410163"/>
                  </a:lnTo>
                  <a:lnTo>
                    <a:pt x="9282" y="364799"/>
                  </a:lnTo>
                  <a:lnTo>
                    <a:pt x="20540" y="321015"/>
                  </a:lnTo>
                  <a:lnTo>
                    <a:pt x="35903" y="279039"/>
                  </a:lnTo>
                  <a:lnTo>
                    <a:pt x="55142" y="239102"/>
                  </a:lnTo>
                  <a:lnTo>
                    <a:pt x="78027" y="201432"/>
                  </a:lnTo>
                  <a:lnTo>
                    <a:pt x="104328" y="166260"/>
                  </a:lnTo>
                  <a:lnTo>
                    <a:pt x="133816" y="133816"/>
                  </a:lnTo>
                  <a:lnTo>
                    <a:pt x="166260" y="104328"/>
                  </a:lnTo>
                  <a:lnTo>
                    <a:pt x="201432" y="78027"/>
                  </a:lnTo>
                  <a:lnTo>
                    <a:pt x="239102" y="55142"/>
                  </a:lnTo>
                  <a:lnTo>
                    <a:pt x="279039" y="35903"/>
                  </a:lnTo>
                  <a:lnTo>
                    <a:pt x="321015" y="20540"/>
                  </a:lnTo>
                  <a:lnTo>
                    <a:pt x="364800" y="9282"/>
                  </a:lnTo>
                  <a:lnTo>
                    <a:pt x="410163" y="2358"/>
                  </a:lnTo>
                  <a:lnTo>
                    <a:pt x="456876" y="0"/>
                  </a:lnTo>
                  <a:lnTo>
                    <a:pt x="503589" y="2358"/>
                  </a:lnTo>
                  <a:lnTo>
                    <a:pt x="548953" y="9282"/>
                  </a:lnTo>
                  <a:lnTo>
                    <a:pt x="592737" y="20540"/>
                  </a:lnTo>
                  <a:lnTo>
                    <a:pt x="634713" y="35903"/>
                  </a:lnTo>
                  <a:lnTo>
                    <a:pt x="674651" y="55142"/>
                  </a:lnTo>
                  <a:lnTo>
                    <a:pt x="712320" y="78027"/>
                  </a:lnTo>
                  <a:lnTo>
                    <a:pt x="747492" y="104328"/>
                  </a:lnTo>
                  <a:lnTo>
                    <a:pt x="779937" y="133816"/>
                  </a:lnTo>
                  <a:lnTo>
                    <a:pt x="809424" y="166260"/>
                  </a:lnTo>
                  <a:lnTo>
                    <a:pt x="835725" y="201432"/>
                  </a:lnTo>
                  <a:lnTo>
                    <a:pt x="858610" y="239102"/>
                  </a:lnTo>
                  <a:lnTo>
                    <a:pt x="877849" y="279039"/>
                  </a:lnTo>
                  <a:lnTo>
                    <a:pt x="893212" y="321015"/>
                  </a:lnTo>
                  <a:lnTo>
                    <a:pt x="904471" y="364799"/>
                  </a:lnTo>
                  <a:lnTo>
                    <a:pt x="911394" y="410163"/>
                  </a:lnTo>
                  <a:lnTo>
                    <a:pt x="913753" y="456876"/>
                  </a:lnTo>
                  <a:lnTo>
                    <a:pt x="911394" y="503589"/>
                  </a:lnTo>
                  <a:lnTo>
                    <a:pt x="904471" y="548953"/>
                  </a:lnTo>
                  <a:lnTo>
                    <a:pt x="893212" y="592737"/>
                  </a:lnTo>
                  <a:lnTo>
                    <a:pt x="877849" y="634713"/>
                  </a:lnTo>
                  <a:lnTo>
                    <a:pt x="858610" y="674651"/>
                  </a:lnTo>
                  <a:lnTo>
                    <a:pt x="835725" y="712320"/>
                  </a:lnTo>
                  <a:lnTo>
                    <a:pt x="809424" y="747492"/>
                  </a:lnTo>
                  <a:lnTo>
                    <a:pt x="779937" y="779937"/>
                  </a:lnTo>
                  <a:lnTo>
                    <a:pt x="747492" y="809424"/>
                  </a:lnTo>
                  <a:lnTo>
                    <a:pt x="712320" y="835725"/>
                  </a:lnTo>
                  <a:lnTo>
                    <a:pt x="674651" y="858610"/>
                  </a:lnTo>
                  <a:lnTo>
                    <a:pt x="634713" y="877849"/>
                  </a:lnTo>
                  <a:lnTo>
                    <a:pt x="592737" y="893212"/>
                  </a:lnTo>
                  <a:lnTo>
                    <a:pt x="548953" y="904471"/>
                  </a:lnTo>
                  <a:lnTo>
                    <a:pt x="503589" y="911394"/>
                  </a:lnTo>
                  <a:lnTo>
                    <a:pt x="456876" y="9137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1" name="Google Shape;111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950293" y="778775"/>
              <a:ext cx="1272932" cy="5600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4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1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</a:t>
            </a:r>
            <a:r>
              <a:rPr lang="en-IN"/>
              <a:t> A N AT I O N AL L E VE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IN"/>
              <a:t> H AC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lang="en-IN"/>
              <a:t> AT H O 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17" name="Google Shape;117;p5"/>
          <p:cNvSpPr txBox="1"/>
          <p:nvPr>
            <p:ph type="title"/>
          </p:nvPr>
        </p:nvSpPr>
        <p:spPr>
          <a:xfrm>
            <a:off x="3872489" y="487991"/>
            <a:ext cx="10543021" cy="17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50">
            <a:spAutoFit/>
          </a:bodyPr>
          <a:lstStyle/>
          <a:p>
            <a:pPr indent="0" lvl="0" marL="1689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TECHNICAL APPROACH</a:t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1634450" y="1783775"/>
            <a:ext cx="16404300" cy="90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u="sng">
                <a:latin typeface="Lucida Sans"/>
                <a:ea typeface="Lucida Sans"/>
                <a:cs typeface="Lucida Sans"/>
                <a:sym typeface="Lucida Sans"/>
              </a:rPr>
              <a:t>Technologies used: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2900">
                <a:solidFill>
                  <a:schemeClr val="dk1"/>
                </a:solidFill>
              </a:rPr>
              <a:t>Flowchart:</a:t>
            </a:r>
            <a:br>
              <a:rPr b="1" lang="en-IN" sz="2900">
                <a:solidFill>
                  <a:schemeClr val="dk1"/>
                </a:solidFill>
              </a:rPr>
            </a:br>
            <a:r>
              <a:rPr b="1" lang="en-IN" sz="2900">
                <a:solidFill>
                  <a:schemeClr val="dk1"/>
                </a:solidFill>
              </a:rPr>
              <a:t>Sensors (PM2.5 + DHT22)</a:t>
            </a:r>
            <a:r>
              <a:rPr lang="en-IN" sz="2900">
                <a:solidFill>
                  <a:schemeClr val="dk1"/>
                </a:solidFill>
              </a:rPr>
              <a:t> → </a:t>
            </a:r>
            <a:r>
              <a:rPr b="1" lang="en-IN" sz="2900">
                <a:solidFill>
                  <a:schemeClr val="dk1"/>
                </a:solidFill>
              </a:rPr>
              <a:t>ESP32 Processing</a:t>
            </a:r>
            <a:r>
              <a:rPr lang="en-IN" sz="2900">
                <a:solidFill>
                  <a:schemeClr val="dk1"/>
                </a:solidFill>
              </a:rPr>
              <a:t> → </a:t>
            </a:r>
            <a:r>
              <a:rPr b="1" lang="en-IN" sz="2900">
                <a:solidFill>
                  <a:schemeClr val="dk1"/>
                </a:solidFill>
              </a:rPr>
              <a:t>Patient-Specific Thresholds</a:t>
            </a:r>
            <a:r>
              <a:rPr lang="en-IN" sz="2900">
                <a:solidFill>
                  <a:schemeClr val="dk1"/>
                </a:solidFill>
              </a:rPr>
              <a:t> →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900">
                <a:solidFill>
                  <a:schemeClr val="dk1"/>
                </a:solidFill>
              </a:rPr>
              <a:t> </a:t>
            </a:r>
            <a:r>
              <a:rPr b="1" lang="en-IN" sz="2900">
                <a:solidFill>
                  <a:schemeClr val="dk1"/>
                </a:solidFill>
              </a:rPr>
              <a:t>Air Quality Decision</a:t>
            </a:r>
            <a:r>
              <a:rPr lang="en-IN" sz="2900">
                <a:solidFill>
                  <a:schemeClr val="dk1"/>
                </a:solidFill>
              </a:rPr>
              <a:t> → </a:t>
            </a:r>
            <a:r>
              <a:rPr b="1" lang="en-IN" sz="2900">
                <a:solidFill>
                  <a:schemeClr val="dk1"/>
                </a:solidFill>
              </a:rPr>
              <a:t>Purifier Control + Buzzer</a:t>
            </a:r>
            <a:r>
              <a:rPr lang="en-IN" sz="2900">
                <a:solidFill>
                  <a:schemeClr val="dk1"/>
                </a:solidFill>
              </a:rPr>
              <a:t> → </a:t>
            </a:r>
            <a:r>
              <a:rPr b="1" lang="en-IN" sz="2900">
                <a:solidFill>
                  <a:schemeClr val="dk1"/>
                </a:solidFill>
              </a:rPr>
              <a:t>MQTT Dashboard &amp; Alerts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900">
                <a:solidFill>
                  <a:schemeClr val="dk1"/>
                </a:solidFill>
              </a:rPr>
              <a:t>Equipment / Technologies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ESP32</a:t>
            </a:r>
            <a:r>
              <a:rPr lang="en-IN" sz="2900">
                <a:solidFill>
                  <a:schemeClr val="dk1"/>
                </a:solidFill>
              </a:rPr>
              <a:t> – Main controller and data processing.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GP2Y1014 PM2.5 Sensor + DHT22</a:t>
            </a:r>
            <a:r>
              <a:rPr lang="en-IN" sz="2900">
                <a:solidFill>
                  <a:schemeClr val="dk1"/>
                </a:solidFill>
              </a:rPr>
              <a:t> – Air quality, temperature, and humidity monitoring.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MOSFET + 5V Blower</a:t>
            </a:r>
            <a:r>
              <a:rPr lang="en-IN" sz="2900">
                <a:solidFill>
                  <a:schemeClr val="dk1"/>
                </a:solidFill>
              </a:rPr>
              <a:t> – Automatic air purification control.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SX1278 LoRa</a:t>
            </a:r>
            <a:r>
              <a:rPr lang="en-IN" sz="2900">
                <a:solidFill>
                  <a:schemeClr val="dk1"/>
                </a:solidFill>
              </a:rPr>
              <a:t> – Long-range communication.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OLED Display + Buzzer + Push Buttons</a:t>
            </a:r>
            <a:r>
              <a:rPr lang="en-IN" sz="2900">
                <a:solidFill>
                  <a:schemeClr val="dk1"/>
                </a:solidFill>
              </a:rPr>
              <a:t> – Local monitoring and caregiver interaction.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MQTT + Mosquitto</a:t>
            </a:r>
            <a:r>
              <a:rPr lang="en-IN" sz="2900">
                <a:solidFill>
                  <a:schemeClr val="dk1"/>
                </a:solidFill>
              </a:rPr>
              <a:t> – Online data communication and dashboard monitoring.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900">
                <a:solidFill>
                  <a:schemeClr val="dk1"/>
                </a:solidFill>
              </a:rPr>
              <a:t>Process of Implementation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900">
                <a:solidFill>
                  <a:schemeClr val="dk1"/>
                </a:solidFill>
              </a:rPr>
              <a:t>Sense</a:t>
            </a:r>
            <a:r>
              <a:rPr lang="en-IN" sz="2900">
                <a:solidFill>
                  <a:schemeClr val="dk1"/>
                </a:solidFill>
              </a:rPr>
              <a:t> → </a:t>
            </a:r>
            <a:r>
              <a:rPr b="1" lang="en-IN" sz="2900">
                <a:solidFill>
                  <a:schemeClr val="dk1"/>
                </a:solidFill>
              </a:rPr>
              <a:t>Process</a:t>
            </a:r>
            <a:r>
              <a:rPr lang="en-IN" sz="2900">
                <a:solidFill>
                  <a:schemeClr val="dk1"/>
                </a:solidFill>
              </a:rPr>
              <a:t> → </a:t>
            </a:r>
            <a:r>
              <a:rPr b="1" lang="en-IN" sz="2900">
                <a:solidFill>
                  <a:schemeClr val="dk1"/>
                </a:solidFill>
              </a:rPr>
              <a:t>Compare</a:t>
            </a:r>
            <a:r>
              <a:rPr lang="en-IN" sz="2900">
                <a:solidFill>
                  <a:schemeClr val="dk1"/>
                </a:solidFill>
              </a:rPr>
              <a:t> → </a:t>
            </a:r>
            <a:r>
              <a:rPr b="1" lang="en-IN" sz="2900">
                <a:solidFill>
                  <a:schemeClr val="dk1"/>
                </a:solidFill>
              </a:rPr>
              <a:t>Decide</a:t>
            </a:r>
            <a:r>
              <a:rPr lang="en-IN" sz="2900">
                <a:solidFill>
                  <a:schemeClr val="dk1"/>
                </a:solidFill>
              </a:rPr>
              <a:t> → </a:t>
            </a:r>
            <a:r>
              <a:rPr b="1" lang="en-IN" sz="2900">
                <a:solidFill>
                  <a:schemeClr val="dk1"/>
                </a:solidFill>
              </a:rPr>
              <a:t>Purify</a:t>
            </a:r>
            <a:r>
              <a:rPr lang="en-IN" sz="2900">
                <a:solidFill>
                  <a:schemeClr val="dk1"/>
                </a:solidFill>
              </a:rPr>
              <a:t> → </a:t>
            </a:r>
            <a:r>
              <a:rPr b="1" lang="en-IN" sz="2900">
                <a:solidFill>
                  <a:schemeClr val="dk1"/>
                </a:solidFill>
              </a:rPr>
              <a:t>Alert</a:t>
            </a:r>
            <a:r>
              <a:rPr lang="en-IN" sz="2900">
                <a:solidFill>
                  <a:schemeClr val="dk1"/>
                </a:solidFill>
              </a:rPr>
              <a:t> → </a:t>
            </a:r>
            <a:r>
              <a:rPr b="1" lang="en-IN" sz="2900">
                <a:solidFill>
                  <a:schemeClr val="dk1"/>
                </a:solidFill>
              </a:rPr>
              <a:t>Monitor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900"/>
          </a:p>
          <a:p>
            <a:pPr indent="0" lvl="0" marL="127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119" name="Google Shape;119;p5"/>
          <p:cNvGrpSpPr/>
          <p:nvPr/>
        </p:nvGrpSpPr>
        <p:grpSpPr>
          <a:xfrm>
            <a:off x="0" y="4502817"/>
            <a:ext cx="18288000" cy="5784182"/>
            <a:chOff x="0" y="4502817"/>
            <a:chExt cx="18288000" cy="5784182"/>
          </a:xfrm>
        </p:grpSpPr>
        <p:pic>
          <p:nvPicPr>
            <p:cNvPr id="120" name="Google Shape;12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02817"/>
              <a:ext cx="2140697" cy="57841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9615547"/>
              <a:ext cx="18288000" cy="67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39014" y="9558397"/>
              <a:ext cx="2781299" cy="728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5"/>
          <p:cNvGrpSpPr/>
          <p:nvPr/>
        </p:nvGrpSpPr>
        <p:grpSpPr>
          <a:xfrm>
            <a:off x="0" y="0"/>
            <a:ext cx="3223225" cy="2986359"/>
            <a:chOff x="0" y="0"/>
            <a:chExt cx="3223225" cy="2986359"/>
          </a:xfrm>
        </p:grpSpPr>
        <p:pic>
          <p:nvPicPr>
            <p:cNvPr id="124" name="Google Shape;124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2986359" cy="2986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5"/>
            <p:cNvSpPr/>
            <p:nvPr/>
          </p:nvSpPr>
          <p:spPr>
            <a:xfrm>
              <a:off x="2141694" y="602087"/>
              <a:ext cx="913765" cy="913765"/>
            </a:xfrm>
            <a:custGeom>
              <a:rect b="b" l="l" r="r" t="t"/>
              <a:pathLst>
                <a:path extrusionOk="0" h="913765" w="913764">
                  <a:moveTo>
                    <a:pt x="456876" y="913753"/>
                  </a:moveTo>
                  <a:lnTo>
                    <a:pt x="410163" y="911394"/>
                  </a:lnTo>
                  <a:lnTo>
                    <a:pt x="364800" y="904471"/>
                  </a:lnTo>
                  <a:lnTo>
                    <a:pt x="321015" y="893212"/>
                  </a:lnTo>
                  <a:lnTo>
                    <a:pt x="279039" y="877849"/>
                  </a:lnTo>
                  <a:lnTo>
                    <a:pt x="239102" y="858610"/>
                  </a:lnTo>
                  <a:lnTo>
                    <a:pt x="201432" y="835725"/>
                  </a:lnTo>
                  <a:lnTo>
                    <a:pt x="166260" y="809424"/>
                  </a:lnTo>
                  <a:lnTo>
                    <a:pt x="133816" y="779937"/>
                  </a:lnTo>
                  <a:lnTo>
                    <a:pt x="104328" y="747492"/>
                  </a:lnTo>
                  <a:lnTo>
                    <a:pt x="78027" y="712320"/>
                  </a:lnTo>
                  <a:lnTo>
                    <a:pt x="55142" y="674651"/>
                  </a:lnTo>
                  <a:lnTo>
                    <a:pt x="35903" y="634713"/>
                  </a:lnTo>
                  <a:lnTo>
                    <a:pt x="20540" y="592737"/>
                  </a:lnTo>
                  <a:lnTo>
                    <a:pt x="9282" y="548953"/>
                  </a:lnTo>
                  <a:lnTo>
                    <a:pt x="2358" y="503589"/>
                  </a:lnTo>
                  <a:lnTo>
                    <a:pt x="0" y="456876"/>
                  </a:lnTo>
                  <a:lnTo>
                    <a:pt x="2358" y="410163"/>
                  </a:lnTo>
                  <a:lnTo>
                    <a:pt x="9282" y="364799"/>
                  </a:lnTo>
                  <a:lnTo>
                    <a:pt x="20540" y="321015"/>
                  </a:lnTo>
                  <a:lnTo>
                    <a:pt x="35903" y="279039"/>
                  </a:lnTo>
                  <a:lnTo>
                    <a:pt x="55142" y="239102"/>
                  </a:lnTo>
                  <a:lnTo>
                    <a:pt x="78027" y="201432"/>
                  </a:lnTo>
                  <a:lnTo>
                    <a:pt x="104328" y="166260"/>
                  </a:lnTo>
                  <a:lnTo>
                    <a:pt x="133816" y="133816"/>
                  </a:lnTo>
                  <a:lnTo>
                    <a:pt x="166260" y="104328"/>
                  </a:lnTo>
                  <a:lnTo>
                    <a:pt x="201432" y="78027"/>
                  </a:lnTo>
                  <a:lnTo>
                    <a:pt x="239102" y="55142"/>
                  </a:lnTo>
                  <a:lnTo>
                    <a:pt x="279039" y="35903"/>
                  </a:lnTo>
                  <a:lnTo>
                    <a:pt x="321015" y="20540"/>
                  </a:lnTo>
                  <a:lnTo>
                    <a:pt x="364800" y="9282"/>
                  </a:lnTo>
                  <a:lnTo>
                    <a:pt x="410163" y="2358"/>
                  </a:lnTo>
                  <a:lnTo>
                    <a:pt x="456876" y="0"/>
                  </a:lnTo>
                  <a:lnTo>
                    <a:pt x="503589" y="2358"/>
                  </a:lnTo>
                  <a:lnTo>
                    <a:pt x="548953" y="9282"/>
                  </a:lnTo>
                  <a:lnTo>
                    <a:pt x="592737" y="20540"/>
                  </a:lnTo>
                  <a:lnTo>
                    <a:pt x="634713" y="35903"/>
                  </a:lnTo>
                  <a:lnTo>
                    <a:pt x="674651" y="55142"/>
                  </a:lnTo>
                  <a:lnTo>
                    <a:pt x="712320" y="78027"/>
                  </a:lnTo>
                  <a:lnTo>
                    <a:pt x="747492" y="104328"/>
                  </a:lnTo>
                  <a:lnTo>
                    <a:pt x="779937" y="133816"/>
                  </a:lnTo>
                  <a:lnTo>
                    <a:pt x="809424" y="166260"/>
                  </a:lnTo>
                  <a:lnTo>
                    <a:pt x="835725" y="201432"/>
                  </a:lnTo>
                  <a:lnTo>
                    <a:pt x="858610" y="239102"/>
                  </a:lnTo>
                  <a:lnTo>
                    <a:pt x="877849" y="279039"/>
                  </a:lnTo>
                  <a:lnTo>
                    <a:pt x="893212" y="321015"/>
                  </a:lnTo>
                  <a:lnTo>
                    <a:pt x="904471" y="364799"/>
                  </a:lnTo>
                  <a:lnTo>
                    <a:pt x="911394" y="410163"/>
                  </a:lnTo>
                  <a:lnTo>
                    <a:pt x="913753" y="456876"/>
                  </a:lnTo>
                  <a:lnTo>
                    <a:pt x="911394" y="503589"/>
                  </a:lnTo>
                  <a:lnTo>
                    <a:pt x="904471" y="548953"/>
                  </a:lnTo>
                  <a:lnTo>
                    <a:pt x="893212" y="592737"/>
                  </a:lnTo>
                  <a:lnTo>
                    <a:pt x="877849" y="634713"/>
                  </a:lnTo>
                  <a:lnTo>
                    <a:pt x="858610" y="674651"/>
                  </a:lnTo>
                  <a:lnTo>
                    <a:pt x="835725" y="712320"/>
                  </a:lnTo>
                  <a:lnTo>
                    <a:pt x="809424" y="747492"/>
                  </a:lnTo>
                  <a:lnTo>
                    <a:pt x="779937" y="779937"/>
                  </a:lnTo>
                  <a:lnTo>
                    <a:pt x="747492" y="809424"/>
                  </a:lnTo>
                  <a:lnTo>
                    <a:pt x="712320" y="835725"/>
                  </a:lnTo>
                  <a:lnTo>
                    <a:pt x="674651" y="858610"/>
                  </a:lnTo>
                  <a:lnTo>
                    <a:pt x="634713" y="877849"/>
                  </a:lnTo>
                  <a:lnTo>
                    <a:pt x="592737" y="893212"/>
                  </a:lnTo>
                  <a:lnTo>
                    <a:pt x="548953" y="904471"/>
                  </a:lnTo>
                  <a:lnTo>
                    <a:pt x="503589" y="911394"/>
                  </a:lnTo>
                  <a:lnTo>
                    <a:pt x="456876" y="9137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6" name="Google Shape;126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950293" y="778775"/>
              <a:ext cx="1272932" cy="5600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5"/>
          <p:cNvSpPr txBox="1"/>
          <p:nvPr>
            <p:ph idx="11" type="ftr"/>
          </p:nvPr>
        </p:nvSpPr>
        <p:spPr>
          <a:xfrm>
            <a:off x="7857550" y="9798200"/>
            <a:ext cx="673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1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</a:t>
            </a:r>
            <a:r>
              <a:rPr lang="en-IN"/>
              <a:t> A N AT I O N AL L E VE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IN"/>
              <a:t> H AC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lang="en-IN"/>
              <a:t> AT H O 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32" name="Google Shape;132;p6"/>
          <p:cNvSpPr txBox="1"/>
          <p:nvPr>
            <p:ph type="title"/>
          </p:nvPr>
        </p:nvSpPr>
        <p:spPr>
          <a:xfrm>
            <a:off x="3872489" y="487991"/>
            <a:ext cx="10543021" cy="17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FEASIBILITY AND OVERALL IMPACT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2688449" y="2864850"/>
            <a:ext cx="12229800" cy="4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 u="sng">
                <a:latin typeface="Lucida Sans"/>
                <a:ea typeface="Lucida Sans"/>
                <a:cs typeface="Lucida Sans"/>
                <a:sym typeface="Lucida Sans"/>
              </a:rPr>
              <a:t>Analysis of the feasibility of the idea</a:t>
            </a:r>
            <a:endParaRPr b="1" sz="2800" u="sng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 sz="2900" u="sng">
              <a:latin typeface="Lucida Sans"/>
              <a:ea typeface="Lucida Sans"/>
              <a:cs typeface="Lucida Sans"/>
              <a:sym typeface="Lucida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The idea is technically feasible using affordable and readily available IoT components.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The system can be implemented in hospitals and home-care environments for continuous monitoring.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Automatic purification and real-time alerts can help reduce exposure to deteriorating indoor air conditions.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It can support caregivers, nurses, and doctors by reducing the need for constant manual monitoring.</a:t>
            </a:r>
            <a:endParaRPr b="1" sz="2900"/>
          </a:p>
          <a:p>
            <a:pPr indent="0" lvl="0" marL="127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134" name="Google Shape;134;p6"/>
          <p:cNvGrpSpPr/>
          <p:nvPr/>
        </p:nvGrpSpPr>
        <p:grpSpPr>
          <a:xfrm>
            <a:off x="0" y="4502817"/>
            <a:ext cx="18288000" cy="5784182"/>
            <a:chOff x="0" y="4502817"/>
            <a:chExt cx="18288000" cy="5784182"/>
          </a:xfrm>
        </p:grpSpPr>
        <p:pic>
          <p:nvPicPr>
            <p:cNvPr id="135" name="Google Shape;13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02817"/>
              <a:ext cx="2140697" cy="57841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9615547"/>
              <a:ext cx="18288000" cy="67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39014" y="9558397"/>
              <a:ext cx="2781299" cy="728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6"/>
          <p:cNvGrpSpPr/>
          <p:nvPr/>
        </p:nvGrpSpPr>
        <p:grpSpPr>
          <a:xfrm>
            <a:off x="0" y="0"/>
            <a:ext cx="3223225" cy="2986359"/>
            <a:chOff x="0" y="0"/>
            <a:chExt cx="3223225" cy="2986359"/>
          </a:xfrm>
        </p:grpSpPr>
        <p:pic>
          <p:nvPicPr>
            <p:cNvPr id="139" name="Google Shape;139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2986359" cy="2986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6"/>
            <p:cNvSpPr/>
            <p:nvPr/>
          </p:nvSpPr>
          <p:spPr>
            <a:xfrm>
              <a:off x="2141694" y="602087"/>
              <a:ext cx="913765" cy="913765"/>
            </a:xfrm>
            <a:custGeom>
              <a:rect b="b" l="l" r="r" t="t"/>
              <a:pathLst>
                <a:path extrusionOk="0" h="913765" w="913764">
                  <a:moveTo>
                    <a:pt x="456876" y="913753"/>
                  </a:moveTo>
                  <a:lnTo>
                    <a:pt x="410163" y="911394"/>
                  </a:lnTo>
                  <a:lnTo>
                    <a:pt x="364800" y="904471"/>
                  </a:lnTo>
                  <a:lnTo>
                    <a:pt x="321015" y="893212"/>
                  </a:lnTo>
                  <a:lnTo>
                    <a:pt x="279039" y="877849"/>
                  </a:lnTo>
                  <a:lnTo>
                    <a:pt x="239102" y="858610"/>
                  </a:lnTo>
                  <a:lnTo>
                    <a:pt x="201432" y="835725"/>
                  </a:lnTo>
                  <a:lnTo>
                    <a:pt x="166260" y="809424"/>
                  </a:lnTo>
                  <a:lnTo>
                    <a:pt x="133816" y="779937"/>
                  </a:lnTo>
                  <a:lnTo>
                    <a:pt x="104328" y="747492"/>
                  </a:lnTo>
                  <a:lnTo>
                    <a:pt x="78027" y="712320"/>
                  </a:lnTo>
                  <a:lnTo>
                    <a:pt x="55142" y="674651"/>
                  </a:lnTo>
                  <a:lnTo>
                    <a:pt x="35903" y="634713"/>
                  </a:lnTo>
                  <a:lnTo>
                    <a:pt x="20540" y="592737"/>
                  </a:lnTo>
                  <a:lnTo>
                    <a:pt x="9282" y="548953"/>
                  </a:lnTo>
                  <a:lnTo>
                    <a:pt x="2358" y="503589"/>
                  </a:lnTo>
                  <a:lnTo>
                    <a:pt x="0" y="456876"/>
                  </a:lnTo>
                  <a:lnTo>
                    <a:pt x="2358" y="410163"/>
                  </a:lnTo>
                  <a:lnTo>
                    <a:pt x="9282" y="364799"/>
                  </a:lnTo>
                  <a:lnTo>
                    <a:pt x="20540" y="321015"/>
                  </a:lnTo>
                  <a:lnTo>
                    <a:pt x="35903" y="279039"/>
                  </a:lnTo>
                  <a:lnTo>
                    <a:pt x="55142" y="239102"/>
                  </a:lnTo>
                  <a:lnTo>
                    <a:pt x="78027" y="201432"/>
                  </a:lnTo>
                  <a:lnTo>
                    <a:pt x="104328" y="166260"/>
                  </a:lnTo>
                  <a:lnTo>
                    <a:pt x="133816" y="133816"/>
                  </a:lnTo>
                  <a:lnTo>
                    <a:pt x="166260" y="104328"/>
                  </a:lnTo>
                  <a:lnTo>
                    <a:pt x="201432" y="78027"/>
                  </a:lnTo>
                  <a:lnTo>
                    <a:pt x="239102" y="55142"/>
                  </a:lnTo>
                  <a:lnTo>
                    <a:pt x="279039" y="35903"/>
                  </a:lnTo>
                  <a:lnTo>
                    <a:pt x="321015" y="20540"/>
                  </a:lnTo>
                  <a:lnTo>
                    <a:pt x="364800" y="9282"/>
                  </a:lnTo>
                  <a:lnTo>
                    <a:pt x="410163" y="2358"/>
                  </a:lnTo>
                  <a:lnTo>
                    <a:pt x="456876" y="0"/>
                  </a:lnTo>
                  <a:lnTo>
                    <a:pt x="503589" y="2358"/>
                  </a:lnTo>
                  <a:lnTo>
                    <a:pt x="548953" y="9282"/>
                  </a:lnTo>
                  <a:lnTo>
                    <a:pt x="592737" y="20540"/>
                  </a:lnTo>
                  <a:lnTo>
                    <a:pt x="634713" y="35903"/>
                  </a:lnTo>
                  <a:lnTo>
                    <a:pt x="674651" y="55142"/>
                  </a:lnTo>
                  <a:lnTo>
                    <a:pt x="712320" y="78027"/>
                  </a:lnTo>
                  <a:lnTo>
                    <a:pt x="747492" y="104328"/>
                  </a:lnTo>
                  <a:lnTo>
                    <a:pt x="779937" y="133816"/>
                  </a:lnTo>
                  <a:lnTo>
                    <a:pt x="809424" y="166260"/>
                  </a:lnTo>
                  <a:lnTo>
                    <a:pt x="835725" y="201432"/>
                  </a:lnTo>
                  <a:lnTo>
                    <a:pt x="858610" y="239102"/>
                  </a:lnTo>
                  <a:lnTo>
                    <a:pt x="877849" y="279039"/>
                  </a:lnTo>
                  <a:lnTo>
                    <a:pt x="893212" y="321015"/>
                  </a:lnTo>
                  <a:lnTo>
                    <a:pt x="904471" y="364799"/>
                  </a:lnTo>
                  <a:lnTo>
                    <a:pt x="911394" y="410163"/>
                  </a:lnTo>
                  <a:lnTo>
                    <a:pt x="913753" y="456876"/>
                  </a:lnTo>
                  <a:lnTo>
                    <a:pt x="911394" y="503589"/>
                  </a:lnTo>
                  <a:lnTo>
                    <a:pt x="904471" y="548953"/>
                  </a:lnTo>
                  <a:lnTo>
                    <a:pt x="893212" y="592737"/>
                  </a:lnTo>
                  <a:lnTo>
                    <a:pt x="877849" y="634713"/>
                  </a:lnTo>
                  <a:lnTo>
                    <a:pt x="858610" y="674651"/>
                  </a:lnTo>
                  <a:lnTo>
                    <a:pt x="835725" y="712320"/>
                  </a:lnTo>
                  <a:lnTo>
                    <a:pt x="809424" y="747492"/>
                  </a:lnTo>
                  <a:lnTo>
                    <a:pt x="779937" y="779937"/>
                  </a:lnTo>
                  <a:lnTo>
                    <a:pt x="747492" y="809424"/>
                  </a:lnTo>
                  <a:lnTo>
                    <a:pt x="712320" y="835725"/>
                  </a:lnTo>
                  <a:lnTo>
                    <a:pt x="674651" y="858610"/>
                  </a:lnTo>
                  <a:lnTo>
                    <a:pt x="634713" y="877849"/>
                  </a:lnTo>
                  <a:lnTo>
                    <a:pt x="592737" y="893212"/>
                  </a:lnTo>
                  <a:lnTo>
                    <a:pt x="548953" y="904471"/>
                  </a:lnTo>
                  <a:lnTo>
                    <a:pt x="503589" y="911394"/>
                  </a:lnTo>
                  <a:lnTo>
                    <a:pt x="456876" y="9137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1" name="Google Shape;141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950293" y="778775"/>
              <a:ext cx="1272932" cy="5600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" name="Google Shape;142;p6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1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</a:t>
            </a:r>
            <a:r>
              <a:rPr lang="en-IN"/>
              <a:t> A N AT I O N AL L E VE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IN"/>
              <a:t> H AC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lang="en-IN"/>
              <a:t> AT H O N</a:t>
            </a:r>
            <a:endParaRPr/>
          </a:p>
        </p:txBody>
      </p:sp>
      <p:pic>
        <p:nvPicPr>
          <p:cNvPr id="143" name="Google Shape;14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49432" y="2986348"/>
            <a:ext cx="123825" cy="12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48" name="Google Shape;148;p7"/>
          <p:cNvSpPr txBox="1"/>
          <p:nvPr>
            <p:ph type="title"/>
          </p:nvPr>
        </p:nvSpPr>
        <p:spPr>
          <a:xfrm>
            <a:off x="3872489" y="487991"/>
            <a:ext cx="10543021" cy="17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FEASIBILITY AND OVERALL IMPACT</a:t>
            </a:r>
            <a:endParaRPr/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738" y="2568792"/>
            <a:ext cx="123825" cy="12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2537925" y="2692625"/>
            <a:ext cx="13026000" cy="53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 u="sng">
                <a:latin typeface="Lucida Sans"/>
                <a:ea typeface="Lucida Sans"/>
                <a:cs typeface="Lucida Sans"/>
                <a:sym typeface="Lucida Sans"/>
              </a:rPr>
              <a:t>Potential challenges and risks: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 u="sng">
              <a:latin typeface="Lucida Sans"/>
              <a:ea typeface="Lucida Sans"/>
              <a:cs typeface="Lucida Sans"/>
              <a:sym typeface="Lucida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Lucida Sans"/>
              <a:buChar char="•"/>
            </a:pPr>
            <a:r>
              <a:rPr b="1" lang="en-IN" sz="29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Sensor accuracy and calibration may affect the reliability of air-quality readings.</a:t>
            </a:r>
            <a:endParaRPr b="1" sz="29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Lucida Sans"/>
              <a:buChar char="•"/>
            </a:pPr>
            <a:r>
              <a:rPr b="1" lang="en-IN" sz="29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LoRa or internet connectivity may occasionally be unstable.</a:t>
            </a:r>
            <a:endParaRPr b="1" sz="29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Lucida Sans"/>
              <a:buChar char="•"/>
            </a:pPr>
            <a:r>
              <a:rPr b="1" lang="en-IN" sz="29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Power availability can affect continuous system operation.</a:t>
            </a:r>
            <a:endParaRPr b="1" sz="29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Lucida Sans"/>
              <a:buChar char="•"/>
            </a:pPr>
            <a:r>
              <a:rPr b="1" lang="en-IN" sz="29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Incorrect thresholds or sensor failures could lead to false or missed alerts.</a:t>
            </a:r>
            <a:endParaRPr b="1" sz="29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Font typeface="Lucida Sans"/>
              <a:buChar char="•"/>
            </a:pPr>
            <a:r>
              <a:rPr b="1" lang="en-IN" sz="29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Regular maintenance and calibration will be required for reliable long-term operation.</a:t>
            </a:r>
            <a:endParaRPr b="1" sz="29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/>
          </a:p>
          <a:p>
            <a:pPr indent="0" lvl="0" marL="1270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151" name="Google Shape;151;p7"/>
          <p:cNvGrpSpPr/>
          <p:nvPr/>
        </p:nvGrpSpPr>
        <p:grpSpPr>
          <a:xfrm>
            <a:off x="0" y="4502817"/>
            <a:ext cx="18288000" cy="5784182"/>
            <a:chOff x="0" y="4502817"/>
            <a:chExt cx="18288000" cy="5784182"/>
          </a:xfrm>
        </p:grpSpPr>
        <p:pic>
          <p:nvPicPr>
            <p:cNvPr id="152" name="Google Shape;152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4502817"/>
              <a:ext cx="2140697" cy="57841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9615547"/>
              <a:ext cx="18288000" cy="67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39014" y="9558397"/>
              <a:ext cx="2781299" cy="728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7"/>
          <p:cNvGrpSpPr/>
          <p:nvPr/>
        </p:nvGrpSpPr>
        <p:grpSpPr>
          <a:xfrm>
            <a:off x="0" y="0"/>
            <a:ext cx="3223225" cy="2986359"/>
            <a:chOff x="0" y="0"/>
            <a:chExt cx="3223225" cy="2986359"/>
          </a:xfrm>
        </p:grpSpPr>
        <p:pic>
          <p:nvPicPr>
            <p:cNvPr id="156" name="Google Shape;156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2986359" cy="2986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7"/>
            <p:cNvSpPr/>
            <p:nvPr/>
          </p:nvSpPr>
          <p:spPr>
            <a:xfrm>
              <a:off x="2141694" y="602087"/>
              <a:ext cx="913765" cy="913765"/>
            </a:xfrm>
            <a:custGeom>
              <a:rect b="b" l="l" r="r" t="t"/>
              <a:pathLst>
                <a:path extrusionOk="0" h="913765" w="913764">
                  <a:moveTo>
                    <a:pt x="456876" y="913753"/>
                  </a:moveTo>
                  <a:lnTo>
                    <a:pt x="410163" y="911394"/>
                  </a:lnTo>
                  <a:lnTo>
                    <a:pt x="364800" y="904471"/>
                  </a:lnTo>
                  <a:lnTo>
                    <a:pt x="321015" y="893212"/>
                  </a:lnTo>
                  <a:lnTo>
                    <a:pt x="279039" y="877849"/>
                  </a:lnTo>
                  <a:lnTo>
                    <a:pt x="239102" y="858610"/>
                  </a:lnTo>
                  <a:lnTo>
                    <a:pt x="201432" y="835725"/>
                  </a:lnTo>
                  <a:lnTo>
                    <a:pt x="166260" y="809424"/>
                  </a:lnTo>
                  <a:lnTo>
                    <a:pt x="133816" y="779937"/>
                  </a:lnTo>
                  <a:lnTo>
                    <a:pt x="104328" y="747492"/>
                  </a:lnTo>
                  <a:lnTo>
                    <a:pt x="78027" y="712320"/>
                  </a:lnTo>
                  <a:lnTo>
                    <a:pt x="55142" y="674651"/>
                  </a:lnTo>
                  <a:lnTo>
                    <a:pt x="35903" y="634713"/>
                  </a:lnTo>
                  <a:lnTo>
                    <a:pt x="20540" y="592737"/>
                  </a:lnTo>
                  <a:lnTo>
                    <a:pt x="9282" y="548953"/>
                  </a:lnTo>
                  <a:lnTo>
                    <a:pt x="2358" y="503589"/>
                  </a:lnTo>
                  <a:lnTo>
                    <a:pt x="0" y="456876"/>
                  </a:lnTo>
                  <a:lnTo>
                    <a:pt x="2358" y="410163"/>
                  </a:lnTo>
                  <a:lnTo>
                    <a:pt x="9282" y="364799"/>
                  </a:lnTo>
                  <a:lnTo>
                    <a:pt x="20540" y="321015"/>
                  </a:lnTo>
                  <a:lnTo>
                    <a:pt x="35903" y="279039"/>
                  </a:lnTo>
                  <a:lnTo>
                    <a:pt x="55142" y="239102"/>
                  </a:lnTo>
                  <a:lnTo>
                    <a:pt x="78027" y="201432"/>
                  </a:lnTo>
                  <a:lnTo>
                    <a:pt x="104328" y="166260"/>
                  </a:lnTo>
                  <a:lnTo>
                    <a:pt x="133816" y="133816"/>
                  </a:lnTo>
                  <a:lnTo>
                    <a:pt x="166260" y="104328"/>
                  </a:lnTo>
                  <a:lnTo>
                    <a:pt x="201432" y="78027"/>
                  </a:lnTo>
                  <a:lnTo>
                    <a:pt x="239102" y="55142"/>
                  </a:lnTo>
                  <a:lnTo>
                    <a:pt x="279039" y="35903"/>
                  </a:lnTo>
                  <a:lnTo>
                    <a:pt x="321015" y="20540"/>
                  </a:lnTo>
                  <a:lnTo>
                    <a:pt x="364800" y="9282"/>
                  </a:lnTo>
                  <a:lnTo>
                    <a:pt x="410163" y="2358"/>
                  </a:lnTo>
                  <a:lnTo>
                    <a:pt x="456876" y="0"/>
                  </a:lnTo>
                  <a:lnTo>
                    <a:pt x="503589" y="2358"/>
                  </a:lnTo>
                  <a:lnTo>
                    <a:pt x="548953" y="9282"/>
                  </a:lnTo>
                  <a:lnTo>
                    <a:pt x="592737" y="20540"/>
                  </a:lnTo>
                  <a:lnTo>
                    <a:pt x="634713" y="35903"/>
                  </a:lnTo>
                  <a:lnTo>
                    <a:pt x="674651" y="55142"/>
                  </a:lnTo>
                  <a:lnTo>
                    <a:pt x="712320" y="78027"/>
                  </a:lnTo>
                  <a:lnTo>
                    <a:pt x="747492" y="104328"/>
                  </a:lnTo>
                  <a:lnTo>
                    <a:pt x="779937" y="133816"/>
                  </a:lnTo>
                  <a:lnTo>
                    <a:pt x="809424" y="166260"/>
                  </a:lnTo>
                  <a:lnTo>
                    <a:pt x="835725" y="201432"/>
                  </a:lnTo>
                  <a:lnTo>
                    <a:pt x="858610" y="239102"/>
                  </a:lnTo>
                  <a:lnTo>
                    <a:pt x="877849" y="279039"/>
                  </a:lnTo>
                  <a:lnTo>
                    <a:pt x="893212" y="321015"/>
                  </a:lnTo>
                  <a:lnTo>
                    <a:pt x="904471" y="364799"/>
                  </a:lnTo>
                  <a:lnTo>
                    <a:pt x="911394" y="410163"/>
                  </a:lnTo>
                  <a:lnTo>
                    <a:pt x="913753" y="456876"/>
                  </a:lnTo>
                  <a:lnTo>
                    <a:pt x="911394" y="503589"/>
                  </a:lnTo>
                  <a:lnTo>
                    <a:pt x="904471" y="548953"/>
                  </a:lnTo>
                  <a:lnTo>
                    <a:pt x="893212" y="592737"/>
                  </a:lnTo>
                  <a:lnTo>
                    <a:pt x="877849" y="634713"/>
                  </a:lnTo>
                  <a:lnTo>
                    <a:pt x="858610" y="674651"/>
                  </a:lnTo>
                  <a:lnTo>
                    <a:pt x="835725" y="712320"/>
                  </a:lnTo>
                  <a:lnTo>
                    <a:pt x="809424" y="747492"/>
                  </a:lnTo>
                  <a:lnTo>
                    <a:pt x="779937" y="779937"/>
                  </a:lnTo>
                  <a:lnTo>
                    <a:pt x="747492" y="809424"/>
                  </a:lnTo>
                  <a:lnTo>
                    <a:pt x="712320" y="835725"/>
                  </a:lnTo>
                  <a:lnTo>
                    <a:pt x="674651" y="858610"/>
                  </a:lnTo>
                  <a:lnTo>
                    <a:pt x="634713" y="877849"/>
                  </a:lnTo>
                  <a:lnTo>
                    <a:pt x="592737" y="893212"/>
                  </a:lnTo>
                  <a:lnTo>
                    <a:pt x="548953" y="904471"/>
                  </a:lnTo>
                  <a:lnTo>
                    <a:pt x="503589" y="911394"/>
                  </a:lnTo>
                  <a:lnTo>
                    <a:pt x="456876" y="9137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58" name="Google Shape;158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950293" y="778775"/>
              <a:ext cx="1272932" cy="5600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" name="Google Shape;159;p7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1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</a:t>
            </a:r>
            <a:r>
              <a:rPr lang="en-IN"/>
              <a:t> A N AT I O N AL L E VE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IN"/>
              <a:t> H AC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lang="en-IN"/>
              <a:t> AT H O 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64" name="Google Shape;164;p8"/>
          <p:cNvSpPr txBox="1"/>
          <p:nvPr>
            <p:ph type="title"/>
          </p:nvPr>
        </p:nvSpPr>
        <p:spPr>
          <a:xfrm>
            <a:off x="3872489" y="487991"/>
            <a:ext cx="10543021" cy="17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FEASIBILITY AND OVERALL IMPACT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2042175" y="2602700"/>
            <a:ext cx="14016600" cy="53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7800" lvl="0" marL="0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lang="en-IN" sz="2800" u="sng">
                <a:latin typeface="Lucida Sans"/>
                <a:ea typeface="Lucida Sans"/>
                <a:cs typeface="Lucida Sans"/>
                <a:sym typeface="Lucida Sans"/>
              </a:rPr>
              <a:t>Strategies for overcoming these challenges Scalability or real-world application</a:t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Regular sensor calibration and validation will improve measurement accuracy.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Backup communication and power options will improve system reliability.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Patient-specific thresholds and fail-safe alerts will reduce false or missed alerts.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The system can be scaled across multiple hospital rooms and patients through a centralized MQTT dashboard.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IN" sz="2900">
                <a:solidFill>
                  <a:schemeClr val="dk1"/>
                </a:solidFill>
              </a:rPr>
              <a:t>Its modular design allows future integration with hospital monitoring systems and larger IoT networks.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79400" lvl="0" marL="469900" marR="5080" rtl="0" algn="l">
              <a:lnSpc>
                <a:spcPct val="116100"/>
              </a:lnSpc>
              <a:spcBef>
                <a:spcPts val="1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166" name="Google Shape;166;p8"/>
          <p:cNvGrpSpPr/>
          <p:nvPr/>
        </p:nvGrpSpPr>
        <p:grpSpPr>
          <a:xfrm>
            <a:off x="0" y="4502817"/>
            <a:ext cx="18288000" cy="5784182"/>
            <a:chOff x="0" y="4502817"/>
            <a:chExt cx="18288000" cy="5784182"/>
          </a:xfrm>
        </p:grpSpPr>
        <p:pic>
          <p:nvPicPr>
            <p:cNvPr id="167" name="Google Shape;16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02817"/>
              <a:ext cx="2140697" cy="57841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9615547"/>
              <a:ext cx="18288000" cy="67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39014" y="9558397"/>
              <a:ext cx="2781299" cy="728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0" name="Google Shape;170;p8"/>
          <p:cNvGrpSpPr/>
          <p:nvPr/>
        </p:nvGrpSpPr>
        <p:grpSpPr>
          <a:xfrm>
            <a:off x="0" y="0"/>
            <a:ext cx="3223225" cy="2986359"/>
            <a:chOff x="0" y="0"/>
            <a:chExt cx="3223225" cy="2986359"/>
          </a:xfrm>
        </p:grpSpPr>
        <p:pic>
          <p:nvPicPr>
            <p:cNvPr id="171" name="Google Shape;171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2986359" cy="2986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8"/>
            <p:cNvSpPr/>
            <p:nvPr/>
          </p:nvSpPr>
          <p:spPr>
            <a:xfrm>
              <a:off x="2141694" y="602087"/>
              <a:ext cx="913765" cy="913765"/>
            </a:xfrm>
            <a:custGeom>
              <a:rect b="b" l="l" r="r" t="t"/>
              <a:pathLst>
                <a:path extrusionOk="0" h="913765" w="913764">
                  <a:moveTo>
                    <a:pt x="456876" y="913753"/>
                  </a:moveTo>
                  <a:lnTo>
                    <a:pt x="410163" y="911394"/>
                  </a:lnTo>
                  <a:lnTo>
                    <a:pt x="364800" y="904471"/>
                  </a:lnTo>
                  <a:lnTo>
                    <a:pt x="321015" y="893212"/>
                  </a:lnTo>
                  <a:lnTo>
                    <a:pt x="279039" y="877849"/>
                  </a:lnTo>
                  <a:lnTo>
                    <a:pt x="239102" y="858610"/>
                  </a:lnTo>
                  <a:lnTo>
                    <a:pt x="201432" y="835725"/>
                  </a:lnTo>
                  <a:lnTo>
                    <a:pt x="166260" y="809424"/>
                  </a:lnTo>
                  <a:lnTo>
                    <a:pt x="133816" y="779937"/>
                  </a:lnTo>
                  <a:lnTo>
                    <a:pt x="104328" y="747492"/>
                  </a:lnTo>
                  <a:lnTo>
                    <a:pt x="78027" y="712320"/>
                  </a:lnTo>
                  <a:lnTo>
                    <a:pt x="55142" y="674651"/>
                  </a:lnTo>
                  <a:lnTo>
                    <a:pt x="35903" y="634713"/>
                  </a:lnTo>
                  <a:lnTo>
                    <a:pt x="20540" y="592737"/>
                  </a:lnTo>
                  <a:lnTo>
                    <a:pt x="9282" y="548953"/>
                  </a:lnTo>
                  <a:lnTo>
                    <a:pt x="2358" y="503589"/>
                  </a:lnTo>
                  <a:lnTo>
                    <a:pt x="0" y="456876"/>
                  </a:lnTo>
                  <a:lnTo>
                    <a:pt x="2358" y="410163"/>
                  </a:lnTo>
                  <a:lnTo>
                    <a:pt x="9282" y="364799"/>
                  </a:lnTo>
                  <a:lnTo>
                    <a:pt x="20540" y="321015"/>
                  </a:lnTo>
                  <a:lnTo>
                    <a:pt x="35903" y="279039"/>
                  </a:lnTo>
                  <a:lnTo>
                    <a:pt x="55142" y="239102"/>
                  </a:lnTo>
                  <a:lnTo>
                    <a:pt x="78027" y="201432"/>
                  </a:lnTo>
                  <a:lnTo>
                    <a:pt x="104328" y="166260"/>
                  </a:lnTo>
                  <a:lnTo>
                    <a:pt x="133816" y="133816"/>
                  </a:lnTo>
                  <a:lnTo>
                    <a:pt x="166260" y="104328"/>
                  </a:lnTo>
                  <a:lnTo>
                    <a:pt x="201432" y="78027"/>
                  </a:lnTo>
                  <a:lnTo>
                    <a:pt x="239102" y="55142"/>
                  </a:lnTo>
                  <a:lnTo>
                    <a:pt x="279039" y="35903"/>
                  </a:lnTo>
                  <a:lnTo>
                    <a:pt x="321015" y="20540"/>
                  </a:lnTo>
                  <a:lnTo>
                    <a:pt x="364800" y="9282"/>
                  </a:lnTo>
                  <a:lnTo>
                    <a:pt x="410163" y="2358"/>
                  </a:lnTo>
                  <a:lnTo>
                    <a:pt x="456876" y="0"/>
                  </a:lnTo>
                  <a:lnTo>
                    <a:pt x="503589" y="2358"/>
                  </a:lnTo>
                  <a:lnTo>
                    <a:pt x="548953" y="9282"/>
                  </a:lnTo>
                  <a:lnTo>
                    <a:pt x="592737" y="20540"/>
                  </a:lnTo>
                  <a:lnTo>
                    <a:pt x="634713" y="35903"/>
                  </a:lnTo>
                  <a:lnTo>
                    <a:pt x="674651" y="55142"/>
                  </a:lnTo>
                  <a:lnTo>
                    <a:pt x="712320" y="78027"/>
                  </a:lnTo>
                  <a:lnTo>
                    <a:pt x="747492" y="104328"/>
                  </a:lnTo>
                  <a:lnTo>
                    <a:pt x="779937" y="133816"/>
                  </a:lnTo>
                  <a:lnTo>
                    <a:pt x="809424" y="166260"/>
                  </a:lnTo>
                  <a:lnTo>
                    <a:pt x="835725" y="201432"/>
                  </a:lnTo>
                  <a:lnTo>
                    <a:pt x="858610" y="239102"/>
                  </a:lnTo>
                  <a:lnTo>
                    <a:pt x="877849" y="279039"/>
                  </a:lnTo>
                  <a:lnTo>
                    <a:pt x="893212" y="321015"/>
                  </a:lnTo>
                  <a:lnTo>
                    <a:pt x="904471" y="364799"/>
                  </a:lnTo>
                  <a:lnTo>
                    <a:pt x="911394" y="410163"/>
                  </a:lnTo>
                  <a:lnTo>
                    <a:pt x="913753" y="456876"/>
                  </a:lnTo>
                  <a:lnTo>
                    <a:pt x="911394" y="503589"/>
                  </a:lnTo>
                  <a:lnTo>
                    <a:pt x="904471" y="548953"/>
                  </a:lnTo>
                  <a:lnTo>
                    <a:pt x="893212" y="592737"/>
                  </a:lnTo>
                  <a:lnTo>
                    <a:pt x="877849" y="634713"/>
                  </a:lnTo>
                  <a:lnTo>
                    <a:pt x="858610" y="674651"/>
                  </a:lnTo>
                  <a:lnTo>
                    <a:pt x="835725" y="712320"/>
                  </a:lnTo>
                  <a:lnTo>
                    <a:pt x="809424" y="747492"/>
                  </a:lnTo>
                  <a:lnTo>
                    <a:pt x="779937" y="779937"/>
                  </a:lnTo>
                  <a:lnTo>
                    <a:pt x="747492" y="809424"/>
                  </a:lnTo>
                  <a:lnTo>
                    <a:pt x="712320" y="835725"/>
                  </a:lnTo>
                  <a:lnTo>
                    <a:pt x="674651" y="858610"/>
                  </a:lnTo>
                  <a:lnTo>
                    <a:pt x="634713" y="877849"/>
                  </a:lnTo>
                  <a:lnTo>
                    <a:pt x="592737" y="893212"/>
                  </a:lnTo>
                  <a:lnTo>
                    <a:pt x="548953" y="904471"/>
                  </a:lnTo>
                  <a:lnTo>
                    <a:pt x="503589" y="911394"/>
                  </a:lnTo>
                  <a:lnTo>
                    <a:pt x="456876" y="9137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73" name="Google Shape;173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950293" y="778775"/>
              <a:ext cx="1272932" cy="5600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" name="Google Shape;174;p8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1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</a:t>
            </a:r>
            <a:r>
              <a:rPr lang="en-IN"/>
              <a:t> A N AT I O N AL L E VE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IN"/>
              <a:t> H AC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lang="en-IN"/>
              <a:t> AT H O 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79" name="Google Shape;179;h7b5b912893fd434d_0_14"/>
          <p:cNvSpPr txBox="1"/>
          <p:nvPr>
            <p:ph type="title"/>
          </p:nvPr>
        </p:nvSpPr>
        <p:spPr>
          <a:xfrm>
            <a:off x="2888050" y="3150675"/>
            <a:ext cx="12331500" cy="3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750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IN" sz="2800" u="sng"/>
              <a:t>Scalability &amp; Real-World Application</a:t>
            </a:r>
            <a:endParaRPr sz="2800" u="sng"/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800" u="sng"/>
          </a:p>
          <a:p>
            <a:pPr indent="-17780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 sz="2800"/>
              <a:t>Home → Multi-room → Elder-care → Healthcare facilities</a:t>
            </a:r>
            <a:r>
              <a:rPr b="0" lang="en-IN" sz="2800"/>
              <a:t> </a:t>
            </a:r>
            <a:endParaRPr b="0" sz="2800"/>
          </a:p>
          <a:p>
            <a:pPr indent="-17780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n-IN" sz="2800"/>
              <a:t>Multiple AirGuard nodes can connect to a </a:t>
            </a:r>
            <a:r>
              <a:rPr lang="en-IN" sz="2800"/>
              <a:t>central caregiver dashboard</a:t>
            </a:r>
            <a:r>
              <a:rPr b="0" lang="en-IN" sz="2800"/>
              <a:t>. </a:t>
            </a:r>
            <a:endParaRPr b="0" sz="2800"/>
          </a:p>
          <a:p>
            <a:pPr indent="-17780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n-IN" sz="2800"/>
              <a:t>Future upgrades: </a:t>
            </a:r>
            <a:r>
              <a:rPr lang="en-IN" sz="2800"/>
              <a:t>cloud analytics, mobile app, predictive maintenance and additional air-quality sensors</a:t>
            </a:r>
            <a:r>
              <a:rPr b="0" lang="en-IN" sz="2800"/>
              <a:t>. </a:t>
            </a:r>
            <a:endParaRPr b="0" sz="2800"/>
          </a:p>
          <a:p>
            <a:pPr indent="-17780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n-IN" sz="2800"/>
              <a:t>Designed as a </a:t>
            </a:r>
            <a:r>
              <a:rPr lang="en-IN" sz="2800"/>
              <a:t>low-cost, modular environmental-safety platform</a:t>
            </a:r>
            <a:r>
              <a:rPr b="0" lang="en-IN" sz="2800"/>
              <a:t> rather than a single-room purifier.</a:t>
            </a:r>
            <a:r>
              <a:rPr b="0" lang="en-IN" sz="2400"/>
              <a:t> </a:t>
            </a:r>
            <a:endParaRPr/>
          </a:p>
        </p:txBody>
      </p:sp>
      <p:grpSp>
        <p:nvGrpSpPr>
          <p:cNvPr id="180" name="Google Shape;180;h7b5b912893fd434d_0_14"/>
          <p:cNvGrpSpPr/>
          <p:nvPr/>
        </p:nvGrpSpPr>
        <p:grpSpPr>
          <a:xfrm>
            <a:off x="0" y="4502817"/>
            <a:ext cx="18288001" cy="5784182"/>
            <a:chOff x="0" y="4502817"/>
            <a:chExt cx="18288001" cy="5784182"/>
          </a:xfrm>
        </p:grpSpPr>
        <p:pic>
          <p:nvPicPr>
            <p:cNvPr id="181" name="Google Shape;181;h7b5b912893fd434d_0_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02817"/>
              <a:ext cx="2140697" cy="57841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h7b5b912893fd434d_0_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9615547"/>
              <a:ext cx="18288001" cy="67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h7b5b912893fd434d_0_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39014" y="9558397"/>
              <a:ext cx="2781298" cy="728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4" name="Google Shape;184;h7b5b912893fd434d_0_14"/>
          <p:cNvGrpSpPr/>
          <p:nvPr/>
        </p:nvGrpSpPr>
        <p:grpSpPr>
          <a:xfrm>
            <a:off x="0" y="0"/>
            <a:ext cx="3223224" cy="2986359"/>
            <a:chOff x="0" y="0"/>
            <a:chExt cx="3223224" cy="2986359"/>
          </a:xfrm>
        </p:grpSpPr>
        <p:pic>
          <p:nvPicPr>
            <p:cNvPr id="185" name="Google Shape;185;h7b5b912893fd434d_0_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2986359" cy="2986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h7b5b912893fd434d_0_14"/>
            <p:cNvSpPr/>
            <p:nvPr/>
          </p:nvSpPr>
          <p:spPr>
            <a:xfrm>
              <a:off x="2141694" y="602087"/>
              <a:ext cx="913764" cy="913765"/>
            </a:xfrm>
            <a:custGeom>
              <a:rect b="b" l="l" r="r" t="t"/>
              <a:pathLst>
                <a:path extrusionOk="0" h="913765" w="913764">
                  <a:moveTo>
                    <a:pt x="456876" y="913753"/>
                  </a:moveTo>
                  <a:lnTo>
                    <a:pt x="410163" y="911394"/>
                  </a:lnTo>
                  <a:lnTo>
                    <a:pt x="364800" y="904471"/>
                  </a:lnTo>
                  <a:lnTo>
                    <a:pt x="321015" y="893212"/>
                  </a:lnTo>
                  <a:lnTo>
                    <a:pt x="279039" y="877849"/>
                  </a:lnTo>
                  <a:lnTo>
                    <a:pt x="239102" y="858610"/>
                  </a:lnTo>
                  <a:lnTo>
                    <a:pt x="201432" y="835725"/>
                  </a:lnTo>
                  <a:lnTo>
                    <a:pt x="166260" y="809424"/>
                  </a:lnTo>
                  <a:lnTo>
                    <a:pt x="133816" y="779937"/>
                  </a:lnTo>
                  <a:lnTo>
                    <a:pt x="104328" y="747492"/>
                  </a:lnTo>
                  <a:lnTo>
                    <a:pt x="78027" y="712320"/>
                  </a:lnTo>
                  <a:lnTo>
                    <a:pt x="55142" y="674651"/>
                  </a:lnTo>
                  <a:lnTo>
                    <a:pt x="35903" y="634713"/>
                  </a:lnTo>
                  <a:lnTo>
                    <a:pt x="20540" y="592737"/>
                  </a:lnTo>
                  <a:lnTo>
                    <a:pt x="9282" y="548953"/>
                  </a:lnTo>
                  <a:lnTo>
                    <a:pt x="2358" y="503589"/>
                  </a:lnTo>
                  <a:lnTo>
                    <a:pt x="0" y="456876"/>
                  </a:lnTo>
                  <a:lnTo>
                    <a:pt x="2358" y="410163"/>
                  </a:lnTo>
                  <a:lnTo>
                    <a:pt x="9282" y="364799"/>
                  </a:lnTo>
                  <a:lnTo>
                    <a:pt x="20540" y="321015"/>
                  </a:lnTo>
                  <a:lnTo>
                    <a:pt x="35903" y="279039"/>
                  </a:lnTo>
                  <a:lnTo>
                    <a:pt x="55142" y="239102"/>
                  </a:lnTo>
                  <a:lnTo>
                    <a:pt x="78027" y="201432"/>
                  </a:lnTo>
                  <a:lnTo>
                    <a:pt x="104328" y="166260"/>
                  </a:lnTo>
                  <a:lnTo>
                    <a:pt x="133816" y="133816"/>
                  </a:lnTo>
                  <a:lnTo>
                    <a:pt x="166260" y="104328"/>
                  </a:lnTo>
                  <a:lnTo>
                    <a:pt x="201432" y="78027"/>
                  </a:lnTo>
                  <a:lnTo>
                    <a:pt x="239102" y="55142"/>
                  </a:lnTo>
                  <a:lnTo>
                    <a:pt x="279039" y="35903"/>
                  </a:lnTo>
                  <a:lnTo>
                    <a:pt x="321015" y="20540"/>
                  </a:lnTo>
                  <a:lnTo>
                    <a:pt x="364800" y="9282"/>
                  </a:lnTo>
                  <a:lnTo>
                    <a:pt x="410163" y="2358"/>
                  </a:lnTo>
                  <a:lnTo>
                    <a:pt x="456876" y="0"/>
                  </a:lnTo>
                  <a:lnTo>
                    <a:pt x="503589" y="2358"/>
                  </a:lnTo>
                  <a:lnTo>
                    <a:pt x="548953" y="9282"/>
                  </a:lnTo>
                  <a:lnTo>
                    <a:pt x="592737" y="20540"/>
                  </a:lnTo>
                  <a:lnTo>
                    <a:pt x="634713" y="35903"/>
                  </a:lnTo>
                  <a:lnTo>
                    <a:pt x="674651" y="55142"/>
                  </a:lnTo>
                  <a:lnTo>
                    <a:pt x="712320" y="78027"/>
                  </a:lnTo>
                  <a:lnTo>
                    <a:pt x="747492" y="104328"/>
                  </a:lnTo>
                  <a:lnTo>
                    <a:pt x="779937" y="133816"/>
                  </a:lnTo>
                  <a:lnTo>
                    <a:pt x="809424" y="166260"/>
                  </a:lnTo>
                  <a:lnTo>
                    <a:pt x="835725" y="201432"/>
                  </a:lnTo>
                  <a:lnTo>
                    <a:pt x="858610" y="239102"/>
                  </a:lnTo>
                  <a:lnTo>
                    <a:pt x="877849" y="279039"/>
                  </a:lnTo>
                  <a:lnTo>
                    <a:pt x="893212" y="321015"/>
                  </a:lnTo>
                  <a:lnTo>
                    <a:pt x="904471" y="364799"/>
                  </a:lnTo>
                  <a:lnTo>
                    <a:pt x="911394" y="410163"/>
                  </a:lnTo>
                  <a:lnTo>
                    <a:pt x="913753" y="456876"/>
                  </a:lnTo>
                  <a:lnTo>
                    <a:pt x="911394" y="503589"/>
                  </a:lnTo>
                  <a:lnTo>
                    <a:pt x="904471" y="548953"/>
                  </a:lnTo>
                  <a:lnTo>
                    <a:pt x="893212" y="592737"/>
                  </a:lnTo>
                  <a:lnTo>
                    <a:pt x="877849" y="634713"/>
                  </a:lnTo>
                  <a:lnTo>
                    <a:pt x="858610" y="674651"/>
                  </a:lnTo>
                  <a:lnTo>
                    <a:pt x="835725" y="712320"/>
                  </a:lnTo>
                  <a:lnTo>
                    <a:pt x="809424" y="747492"/>
                  </a:lnTo>
                  <a:lnTo>
                    <a:pt x="779937" y="779937"/>
                  </a:lnTo>
                  <a:lnTo>
                    <a:pt x="747492" y="809424"/>
                  </a:lnTo>
                  <a:lnTo>
                    <a:pt x="712320" y="835725"/>
                  </a:lnTo>
                  <a:lnTo>
                    <a:pt x="674651" y="858610"/>
                  </a:lnTo>
                  <a:lnTo>
                    <a:pt x="634713" y="877849"/>
                  </a:lnTo>
                  <a:lnTo>
                    <a:pt x="592737" y="893212"/>
                  </a:lnTo>
                  <a:lnTo>
                    <a:pt x="548953" y="904471"/>
                  </a:lnTo>
                  <a:lnTo>
                    <a:pt x="503589" y="911394"/>
                  </a:lnTo>
                  <a:lnTo>
                    <a:pt x="456876" y="9137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87" name="Google Shape;187;h7b5b912893fd434d_0_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950293" y="778775"/>
              <a:ext cx="1272931" cy="5600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8" name="Google Shape;188;h7b5b912893fd434d_0_14"/>
          <p:cNvSpPr txBox="1"/>
          <p:nvPr>
            <p:ph idx="11" type="ftr"/>
          </p:nvPr>
        </p:nvSpPr>
        <p:spPr>
          <a:xfrm>
            <a:off x="7857547" y="9798200"/>
            <a:ext cx="73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1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</a:t>
            </a:r>
            <a:r>
              <a:rPr lang="en-IN"/>
              <a:t> A N AT I O N AL L E VE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IN"/>
              <a:t> H AC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lang="en-IN"/>
              <a:t> AT H O 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93" name="Google Shape;193;p10"/>
          <p:cNvSpPr txBox="1"/>
          <p:nvPr>
            <p:ph type="title"/>
          </p:nvPr>
        </p:nvSpPr>
        <p:spPr>
          <a:xfrm>
            <a:off x="3872501" y="488000"/>
            <a:ext cx="115623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113155" lvl="0" marL="147955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CONCLUSION, REFERENCES AND FUTURE ENHANCEMENTS</a:t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2407275" y="2519850"/>
            <a:ext cx="13328700" cy="3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 u="sng">
                <a:latin typeface="Lucida Sans"/>
                <a:ea typeface="Lucida Sans"/>
                <a:cs typeface="Lucida Sans"/>
                <a:sym typeface="Lucida Sans"/>
              </a:rPr>
              <a:t>Impact on Target Audience:</a:t>
            </a:r>
            <a:endParaRPr sz="2800" u="sng">
              <a:latin typeface="Lucida Sans"/>
              <a:ea typeface="Lucida Sans"/>
              <a:cs typeface="Lucida Sans"/>
              <a:sym typeface="Lucida Sans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Improves continuous monitoring of indoor air conditions for vulnerable patients.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Helps nurses, doctors, and caregivers respond quickly to unsafe conditions.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Reduces the need for constant manual monitoring.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Supports a safer and more responsive healthcare environment.</a:t>
            </a:r>
            <a:endParaRPr sz="2900" u="sng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2626150" y="6455398"/>
            <a:ext cx="13467600" cy="30033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Conclusion</a:t>
            </a:r>
            <a:r>
              <a:rPr lang="en-IN" sz="280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: </a:t>
            </a:r>
            <a:endParaRPr sz="2800" u="sng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lang="en-IN" sz="2900">
                <a:solidFill>
                  <a:schemeClr val="dk1"/>
                </a:solidFill>
              </a:rPr>
              <a:t>AirGuard provides a practical, patient-adaptive solution for continuous indoor air-quality monitoring. It combines real-time sensing, automatic purification, and timely alerts to help caregivers, nurses, and doctors provide a safer environment for vulnerable patients. </a:t>
            </a:r>
            <a:endParaRPr b="1" sz="1800">
              <a:solidFill>
                <a:schemeClr val="dk1"/>
              </a:solidFill>
            </a:endParaRPr>
          </a:p>
        </p:txBody>
      </p:sp>
      <p:grpSp>
        <p:nvGrpSpPr>
          <p:cNvPr id="196" name="Google Shape;196;p10"/>
          <p:cNvGrpSpPr/>
          <p:nvPr/>
        </p:nvGrpSpPr>
        <p:grpSpPr>
          <a:xfrm>
            <a:off x="0" y="4502817"/>
            <a:ext cx="18288000" cy="5784182"/>
            <a:chOff x="0" y="4502817"/>
            <a:chExt cx="18288000" cy="5784182"/>
          </a:xfrm>
        </p:grpSpPr>
        <p:pic>
          <p:nvPicPr>
            <p:cNvPr id="197" name="Google Shape;19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02817"/>
              <a:ext cx="2140697" cy="57841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9615547"/>
              <a:ext cx="18288000" cy="67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39014" y="9558397"/>
              <a:ext cx="2781299" cy="728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0" name="Google Shape;200;p10"/>
          <p:cNvGrpSpPr/>
          <p:nvPr/>
        </p:nvGrpSpPr>
        <p:grpSpPr>
          <a:xfrm>
            <a:off x="0" y="0"/>
            <a:ext cx="3223225" cy="2986359"/>
            <a:chOff x="0" y="0"/>
            <a:chExt cx="3223225" cy="2986359"/>
          </a:xfrm>
        </p:grpSpPr>
        <p:pic>
          <p:nvPicPr>
            <p:cNvPr id="201" name="Google Shape;201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2986359" cy="2986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10"/>
            <p:cNvSpPr/>
            <p:nvPr/>
          </p:nvSpPr>
          <p:spPr>
            <a:xfrm>
              <a:off x="2141694" y="602087"/>
              <a:ext cx="913765" cy="913765"/>
            </a:xfrm>
            <a:custGeom>
              <a:rect b="b" l="l" r="r" t="t"/>
              <a:pathLst>
                <a:path extrusionOk="0" h="913765" w="913764">
                  <a:moveTo>
                    <a:pt x="456876" y="913753"/>
                  </a:moveTo>
                  <a:lnTo>
                    <a:pt x="410163" y="911394"/>
                  </a:lnTo>
                  <a:lnTo>
                    <a:pt x="364800" y="904471"/>
                  </a:lnTo>
                  <a:lnTo>
                    <a:pt x="321015" y="893212"/>
                  </a:lnTo>
                  <a:lnTo>
                    <a:pt x="279039" y="877849"/>
                  </a:lnTo>
                  <a:lnTo>
                    <a:pt x="239102" y="858610"/>
                  </a:lnTo>
                  <a:lnTo>
                    <a:pt x="201432" y="835725"/>
                  </a:lnTo>
                  <a:lnTo>
                    <a:pt x="166260" y="809424"/>
                  </a:lnTo>
                  <a:lnTo>
                    <a:pt x="133816" y="779937"/>
                  </a:lnTo>
                  <a:lnTo>
                    <a:pt x="104328" y="747492"/>
                  </a:lnTo>
                  <a:lnTo>
                    <a:pt x="78027" y="712320"/>
                  </a:lnTo>
                  <a:lnTo>
                    <a:pt x="55142" y="674651"/>
                  </a:lnTo>
                  <a:lnTo>
                    <a:pt x="35903" y="634713"/>
                  </a:lnTo>
                  <a:lnTo>
                    <a:pt x="20540" y="592737"/>
                  </a:lnTo>
                  <a:lnTo>
                    <a:pt x="9282" y="548953"/>
                  </a:lnTo>
                  <a:lnTo>
                    <a:pt x="2358" y="503589"/>
                  </a:lnTo>
                  <a:lnTo>
                    <a:pt x="0" y="456876"/>
                  </a:lnTo>
                  <a:lnTo>
                    <a:pt x="2358" y="410163"/>
                  </a:lnTo>
                  <a:lnTo>
                    <a:pt x="9282" y="364799"/>
                  </a:lnTo>
                  <a:lnTo>
                    <a:pt x="20540" y="321015"/>
                  </a:lnTo>
                  <a:lnTo>
                    <a:pt x="35903" y="279039"/>
                  </a:lnTo>
                  <a:lnTo>
                    <a:pt x="55142" y="239102"/>
                  </a:lnTo>
                  <a:lnTo>
                    <a:pt x="78027" y="201432"/>
                  </a:lnTo>
                  <a:lnTo>
                    <a:pt x="104328" y="166260"/>
                  </a:lnTo>
                  <a:lnTo>
                    <a:pt x="133816" y="133816"/>
                  </a:lnTo>
                  <a:lnTo>
                    <a:pt x="166260" y="104328"/>
                  </a:lnTo>
                  <a:lnTo>
                    <a:pt x="201432" y="78027"/>
                  </a:lnTo>
                  <a:lnTo>
                    <a:pt x="239102" y="55142"/>
                  </a:lnTo>
                  <a:lnTo>
                    <a:pt x="279039" y="35903"/>
                  </a:lnTo>
                  <a:lnTo>
                    <a:pt x="321015" y="20540"/>
                  </a:lnTo>
                  <a:lnTo>
                    <a:pt x="364800" y="9282"/>
                  </a:lnTo>
                  <a:lnTo>
                    <a:pt x="410163" y="2358"/>
                  </a:lnTo>
                  <a:lnTo>
                    <a:pt x="456876" y="0"/>
                  </a:lnTo>
                  <a:lnTo>
                    <a:pt x="503589" y="2358"/>
                  </a:lnTo>
                  <a:lnTo>
                    <a:pt x="548953" y="9282"/>
                  </a:lnTo>
                  <a:lnTo>
                    <a:pt x="592737" y="20540"/>
                  </a:lnTo>
                  <a:lnTo>
                    <a:pt x="634713" y="35903"/>
                  </a:lnTo>
                  <a:lnTo>
                    <a:pt x="674651" y="55142"/>
                  </a:lnTo>
                  <a:lnTo>
                    <a:pt x="712320" y="78027"/>
                  </a:lnTo>
                  <a:lnTo>
                    <a:pt x="747492" y="104328"/>
                  </a:lnTo>
                  <a:lnTo>
                    <a:pt x="779937" y="133816"/>
                  </a:lnTo>
                  <a:lnTo>
                    <a:pt x="809424" y="166260"/>
                  </a:lnTo>
                  <a:lnTo>
                    <a:pt x="835725" y="201432"/>
                  </a:lnTo>
                  <a:lnTo>
                    <a:pt x="858610" y="239102"/>
                  </a:lnTo>
                  <a:lnTo>
                    <a:pt x="877849" y="279039"/>
                  </a:lnTo>
                  <a:lnTo>
                    <a:pt x="893212" y="321015"/>
                  </a:lnTo>
                  <a:lnTo>
                    <a:pt x="904471" y="364799"/>
                  </a:lnTo>
                  <a:lnTo>
                    <a:pt x="911394" y="410163"/>
                  </a:lnTo>
                  <a:lnTo>
                    <a:pt x="913753" y="456876"/>
                  </a:lnTo>
                  <a:lnTo>
                    <a:pt x="911394" y="503589"/>
                  </a:lnTo>
                  <a:lnTo>
                    <a:pt x="904471" y="548953"/>
                  </a:lnTo>
                  <a:lnTo>
                    <a:pt x="893212" y="592737"/>
                  </a:lnTo>
                  <a:lnTo>
                    <a:pt x="877849" y="634713"/>
                  </a:lnTo>
                  <a:lnTo>
                    <a:pt x="858610" y="674651"/>
                  </a:lnTo>
                  <a:lnTo>
                    <a:pt x="835725" y="712320"/>
                  </a:lnTo>
                  <a:lnTo>
                    <a:pt x="809424" y="747492"/>
                  </a:lnTo>
                  <a:lnTo>
                    <a:pt x="779937" y="779937"/>
                  </a:lnTo>
                  <a:lnTo>
                    <a:pt x="747492" y="809424"/>
                  </a:lnTo>
                  <a:lnTo>
                    <a:pt x="712320" y="835725"/>
                  </a:lnTo>
                  <a:lnTo>
                    <a:pt x="674651" y="858610"/>
                  </a:lnTo>
                  <a:lnTo>
                    <a:pt x="634713" y="877849"/>
                  </a:lnTo>
                  <a:lnTo>
                    <a:pt x="592737" y="893212"/>
                  </a:lnTo>
                  <a:lnTo>
                    <a:pt x="548953" y="904471"/>
                  </a:lnTo>
                  <a:lnTo>
                    <a:pt x="503589" y="911394"/>
                  </a:lnTo>
                  <a:lnTo>
                    <a:pt x="456876" y="9137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03" name="Google Shape;203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950293" y="778775"/>
              <a:ext cx="1272932" cy="5600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p10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1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</a:t>
            </a:r>
            <a:r>
              <a:rPr lang="en-IN"/>
              <a:t> A N AT I O N AL L E VE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IN"/>
              <a:t> H AC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lang="en-IN"/>
              <a:t> AT H O 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09" name="Google Shape;209;p11"/>
          <p:cNvSpPr txBox="1"/>
          <p:nvPr>
            <p:ph type="title"/>
          </p:nvPr>
        </p:nvSpPr>
        <p:spPr>
          <a:xfrm>
            <a:off x="3872500" y="488000"/>
            <a:ext cx="142308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113155" lvl="0" marL="147955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CONCLUSION, REFERENCES AND FUTURE ENHANCEMENTS</a:t>
            </a:r>
            <a:endParaRPr/>
          </a:p>
        </p:txBody>
      </p:sp>
      <p:grpSp>
        <p:nvGrpSpPr>
          <p:cNvPr id="210" name="Google Shape;210;p11"/>
          <p:cNvGrpSpPr/>
          <p:nvPr/>
        </p:nvGrpSpPr>
        <p:grpSpPr>
          <a:xfrm>
            <a:off x="0" y="4502817"/>
            <a:ext cx="18288000" cy="5784182"/>
            <a:chOff x="0" y="4502817"/>
            <a:chExt cx="18288000" cy="5784182"/>
          </a:xfrm>
        </p:grpSpPr>
        <p:pic>
          <p:nvPicPr>
            <p:cNvPr id="211" name="Google Shape;211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502817"/>
              <a:ext cx="2140697" cy="57841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9615547"/>
              <a:ext cx="18288000" cy="6714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39014" y="9558397"/>
              <a:ext cx="2781299" cy="7286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4" name="Google Shape;214;p11"/>
          <p:cNvGrpSpPr/>
          <p:nvPr/>
        </p:nvGrpSpPr>
        <p:grpSpPr>
          <a:xfrm>
            <a:off x="0" y="0"/>
            <a:ext cx="3223225" cy="2986359"/>
            <a:chOff x="0" y="0"/>
            <a:chExt cx="3223225" cy="2986359"/>
          </a:xfrm>
        </p:grpSpPr>
        <p:pic>
          <p:nvPicPr>
            <p:cNvPr id="215" name="Google Shape;215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2986359" cy="2986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1"/>
            <p:cNvSpPr/>
            <p:nvPr/>
          </p:nvSpPr>
          <p:spPr>
            <a:xfrm>
              <a:off x="2141694" y="602087"/>
              <a:ext cx="913765" cy="913765"/>
            </a:xfrm>
            <a:custGeom>
              <a:rect b="b" l="l" r="r" t="t"/>
              <a:pathLst>
                <a:path extrusionOk="0" h="913765" w="913764">
                  <a:moveTo>
                    <a:pt x="456876" y="913753"/>
                  </a:moveTo>
                  <a:lnTo>
                    <a:pt x="410163" y="911394"/>
                  </a:lnTo>
                  <a:lnTo>
                    <a:pt x="364800" y="904471"/>
                  </a:lnTo>
                  <a:lnTo>
                    <a:pt x="321015" y="893212"/>
                  </a:lnTo>
                  <a:lnTo>
                    <a:pt x="279039" y="877849"/>
                  </a:lnTo>
                  <a:lnTo>
                    <a:pt x="239102" y="858610"/>
                  </a:lnTo>
                  <a:lnTo>
                    <a:pt x="201432" y="835725"/>
                  </a:lnTo>
                  <a:lnTo>
                    <a:pt x="166260" y="809424"/>
                  </a:lnTo>
                  <a:lnTo>
                    <a:pt x="133816" y="779937"/>
                  </a:lnTo>
                  <a:lnTo>
                    <a:pt x="104328" y="747492"/>
                  </a:lnTo>
                  <a:lnTo>
                    <a:pt x="78027" y="712320"/>
                  </a:lnTo>
                  <a:lnTo>
                    <a:pt x="55142" y="674651"/>
                  </a:lnTo>
                  <a:lnTo>
                    <a:pt x="35903" y="634713"/>
                  </a:lnTo>
                  <a:lnTo>
                    <a:pt x="20540" y="592737"/>
                  </a:lnTo>
                  <a:lnTo>
                    <a:pt x="9282" y="548953"/>
                  </a:lnTo>
                  <a:lnTo>
                    <a:pt x="2358" y="503589"/>
                  </a:lnTo>
                  <a:lnTo>
                    <a:pt x="0" y="456876"/>
                  </a:lnTo>
                  <a:lnTo>
                    <a:pt x="2358" y="410163"/>
                  </a:lnTo>
                  <a:lnTo>
                    <a:pt x="9282" y="364799"/>
                  </a:lnTo>
                  <a:lnTo>
                    <a:pt x="20540" y="321015"/>
                  </a:lnTo>
                  <a:lnTo>
                    <a:pt x="35903" y="279039"/>
                  </a:lnTo>
                  <a:lnTo>
                    <a:pt x="55142" y="239102"/>
                  </a:lnTo>
                  <a:lnTo>
                    <a:pt x="78027" y="201432"/>
                  </a:lnTo>
                  <a:lnTo>
                    <a:pt x="104328" y="166260"/>
                  </a:lnTo>
                  <a:lnTo>
                    <a:pt x="133816" y="133816"/>
                  </a:lnTo>
                  <a:lnTo>
                    <a:pt x="166260" y="104328"/>
                  </a:lnTo>
                  <a:lnTo>
                    <a:pt x="201432" y="78027"/>
                  </a:lnTo>
                  <a:lnTo>
                    <a:pt x="239102" y="55142"/>
                  </a:lnTo>
                  <a:lnTo>
                    <a:pt x="279039" y="35903"/>
                  </a:lnTo>
                  <a:lnTo>
                    <a:pt x="321015" y="20540"/>
                  </a:lnTo>
                  <a:lnTo>
                    <a:pt x="364800" y="9282"/>
                  </a:lnTo>
                  <a:lnTo>
                    <a:pt x="410163" y="2358"/>
                  </a:lnTo>
                  <a:lnTo>
                    <a:pt x="456876" y="0"/>
                  </a:lnTo>
                  <a:lnTo>
                    <a:pt x="503589" y="2358"/>
                  </a:lnTo>
                  <a:lnTo>
                    <a:pt x="548953" y="9282"/>
                  </a:lnTo>
                  <a:lnTo>
                    <a:pt x="592737" y="20540"/>
                  </a:lnTo>
                  <a:lnTo>
                    <a:pt x="634713" y="35903"/>
                  </a:lnTo>
                  <a:lnTo>
                    <a:pt x="674651" y="55142"/>
                  </a:lnTo>
                  <a:lnTo>
                    <a:pt x="712320" y="78027"/>
                  </a:lnTo>
                  <a:lnTo>
                    <a:pt x="747492" y="104328"/>
                  </a:lnTo>
                  <a:lnTo>
                    <a:pt x="779937" y="133816"/>
                  </a:lnTo>
                  <a:lnTo>
                    <a:pt x="809424" y="166260"/>
                  </a:lnTo>
                  <a:lnTo>
                    <a:pt x="835725" y="201432"/>
                  </a:lnTo>
                  <a:lnTo>
                    <a:pt x="858610" y="239102"/>
                  </a:lnTo>
                  <a:lnTo>
                    <a:pt x="877849" y="279039"/>
                  </a:lnTo>
                  <a:lnTo>
                    <a:pt x="893212" y="321015"/>
                  </a:lnTo>
                  <a:lnTo>
                    <a:pt x="904471" y="364799"/>
                  </a:lnTo>
                  <a:lnTo>
                    <a:pt x="911394" y="410163"/>
                  </a:lnTo>
                  <a:lnTo>
                    <a:pt x="913753" y="456876"/>
                  </a:lnTo>
                  <a:lnTo>
                    <a:pt x="911394" y="503589"/>
                  </a:lnTo>
                  <a:lnTo>
                    <a:pt x="904471" y="548953"/>
                  </a:lnTo>
                  <a:lnTo>
                    <a:pt x="893212" y="592737"/>
                  </a:lnTo>
                  <a:lnTo>
                    <a:pt x="877849" y="634713"/>
                  </a:lnTo>
                  <a:lnTo>
                    <a:pt x="858610" y="674651"/>
                  </a:lnTo>
                  <a:lnTo>
                    <a:pt x="835725" y="712320"/>
                  </a:lnTo>
                  <a:lnTo>
                    <a:pt x="809424" y="747492"/>
                  </a:lnTo>
                  <a:lnTo>
                    <a:pt x="779937" y="779937"/>
                  </a:lnTo>
                  <a:lnTo>
                    <a:pt x="747492" y="809424"/>
                  </a:lnTo>
                  <a:lnTo>
                    <a:pt x="712320" y="835725"/>
                  </a:lnTo>
                  <a:lnTo>
                    <a:pt x="674651" y="858610"/>
                  </a:lnTo>
                  <a:lnTo>
                    <a:pt x="634713" y="877849"/>
                  </a:lnTo>
                  <a:lnTo>
                    <a:pt x="592737" y="893212"/>
                  </a:lnTo>
                  <a:lnTo>
                    <a:pt x="548953" y="904471"/>
                  </a:lnTo>
                  <a:lnTo>
                    <a:pt x="503589" y="911394"/>
                  </a:lnTo>
                  <a:lnTo>
                    <a:pt x="456876" y="9137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17" name="Google Shape;217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950293" y="778775"/>
              <a:ext cx="1272932" cy="5600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11"/>
          <p:cNvSpPr txBox="1"/>
          <p:nvPr>
            <p:ph idx="11" type="ftr"/>
          </p:nvPr>
        </p:nvSpPr>
        <p:spPr>
          <a:xfrm>
            <a:off x="7857560" y="9798210"/>
            <a:ext cx="5854700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17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—</a:t>
            </a:r>
            <a:r>
              <a:rPr lang="en-IN"/>
              <a:t> A N AT I O N AL L E VE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</a:t>
            </a:r>
            <a:r>
              <a:rPr lang="en-IN"/>
              <a:t> H AC </a:t>
            </a:r>
            <a:r>
              <a:rPr b="0" i="0" lang="en-IN" sz="2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</a:t>
            </a:r>
            <a:r>
              <a:rPr lang="en-IN"/>
              <a:t> AT H O N</a:t>
            </a:r>
            <a:endParaRPr/>
          </a:p>
        </p:txBody>
      </p:sp>
      <p:sp>
        <p:nvSpPr>
          <p:cNvPr id="219" name="Google Shape;219;p11"/>
          <p:cNvSpPr txBox="1"/>
          <p:nvPr/>
        </p:nvSpPr>
        <p:spPr>
          <a:xfrm>
            <a:off x="1878308" y="2487511"/>
            <a:ext cx="14531400" cy="6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Integrate solar power for sustainable, uninterrupted operation.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Add more advanced sensors for improved air-quality monitoring.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Develop a mobile application for remote monitoring and notifications.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Enable integration with hospital monitoring and healthcare systems.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IN" sz="2900">
                <a:solidFill>
                  <a:schemeClr val="dk1"/>
                </a:solidFill>
              </a:rPr>
              <a:t>Use AI-based analysis for predictive air-quality alerts.</a:t>
            </a:r>
            <a:endParaRPr b="1" sz="2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900">
                <a:solidFill>
                  <a:schemeClr val="dk1"/>
                </a:solidFill>
              </a:rPr>
              <a:t>References</a:t>
            </a:r>
            <a:endParaRPr b="1"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IN" sz="2900">
                <a:solidFill>
                  <a:schemeClr val="dk1"/>
                </a:solidFill>
              </a:rPr>
              <a:t>ESP32 Technical Documentation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IN" sz="2900">
                <a:solidFill>
                  <a:schemeClr val="dk1"/>
                </a:solidFill>
              </a:rPr>
              <a:t>DHT22 Sensor Datasheet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IN" sz="2900">
                <a:solidFill>
                  <a:schemeClr val="dk1"/>
                </a:solidFill>
              </a:rPr>
              <a:t>GP2Y1014 PM2.5 Sensor Datasheet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IN" sz="2900">
                <a:solidFill>
                  <a:schemeClr val="dk1"/>
                </a:solidFill>
              </a:rPr>
              <a:t>SX1278 LoRa Module Documentation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IN" sz="2900">
                <a:solidFill>
                  <a:schemeClr val="dk1"/>
                </a:solidFill>
              </a:rPr>
              <a:t>MQTT and Mosquitto Documentation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IN" sz="2900">
                <a:solidFill>
                  <a:schemeClr val="dk1"/>
                </a:solidFill>
              </a:rPr>
              <a:t>SSD1306 OLED Display Documentation</a:t>
            </a:r>
            <a:endParaRPr sz="28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24" name="Google Shape;224;p12"/>
          <p:cNvSpPr txBox="1"/>
          <p:nvPr>
            <p:ph type="title"/>
          </p:nvPr>
        </p:nvSpPr>
        <p:spPr>
          <a:xfrm>
            <a:off x="4033298" y="3999502"/>
            <a:ext cx="9081300" cy="18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2000">
                <a:latin typeface="Arial"/>
                <a:ea typeface="Arial"/>
                <a:cs typeface="Arial"/>
                <a:sym typeface="Arial"/>
              </a:rPr>
              <a:t>THANK YOU</a:t>
            </a:r>
            <a:endParaRPr sz="12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12"/>
          <p:cNvGrpSpPr/>
          <p:nvPr/>
        </p:nvGrpSpPr>
        <p:grpSpPr>
          <a:xfrm>
            <a:off x="0" y="0"/>
            <a:ext cx="3055459" cy="2986359"/>
            <a:chOff x="0" y="0"/>
            <a:chExt cx="3055459" cy="2986359"/>
          </a:xfrm>
        </p:grpSpPr>
        <p:pic>
          <p:nvPicPr>
            <p:cNvPr id="226" name="Google Shape;22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986359" cy="2986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12"/>
            <p:cNvSpPr/>
            <p:nvPr/>
          </p:nvSpPr>
          <p:spPr>
            <a:xfrm>
              <a:off x="2141694" y="602087"/>
              <a:ext cx="913765" cy="913765"/>
            </a:xfrm>
            <a:custGeom>
              <a:rect b="b" l="l" r="r" t="t"/>
              <a:pathLst>
                <a:path extrusionOk="0" h="913765" w="913764">
                  <a:moveTo>
                    <a:pt x="456876" y="913753"/>
                  </a:moveTo>
                  <a:lnTo>
                    <a:pt x="410163" y="911394"/>
                  </a:lnTo>
                  <a:lnTo>
                    <a:pt x="364800" y="904471"/>
                  </a:lnTo>
                  <a:lnTo>
                    <a:pt x="321015" y="893212"/>
                  </a:lnTo>
                  <a:lnTo>
                    <a:pt x="279039" y="877849"/>
                  </a:lnTo>
                  <a:lnTo>
                    <a:pt x="239102" y="858610"/>
                  </a:lnTo>
                  <a:lnTo>
                    <a:pt x="201432" y="835725"/>
                  </a:lnTo>
                  <a:lnTo>
                    <a:pt x="166260" y="809424"/>
                  </a:lnTo>
                  <a:lnTo>
                    <a:pt x="133816" y="779937"/>
                  </a:lnTo>
                  <a:lnTo>
                    <a:pt x="104328" y="747492"/>
                  </a:lnTo>
                  <a:lnTo>
                    <a:pt x="78027" y="712320"/>
                  </a:lnTo>
                  <a:lnTo>
                    <a:pt x="55142" y="674651"/>
                  </a:lnTo>
                  <a:lnTo>
                    <a:pt x="35903" y="634713"/>
                  </a:lnTo>
                  <a:lnTo>
                    <a:pt x="20540" y="592737"/>
                  </a:lnTo>
                  <a:lnTo>
                    <a:pt x="9282" y="548953"/>
                  </a:lnTo>
                  <a:lnTo>
                    <a:pt x="2358" y="503589"/>
                  </a:lnTo>
                  <a:lnTo>
                    <a:pt x="0" y="456876"/>
                  </a:lnTo>
                  <a:lnTo>
                    <a:pt x="2358" y="410163"/>
                  </a:lnTo>
                  <a:lnTo>
                    <a:pt x="9282" y="364799"/>
                  </a:lnTo>
                  <a:lnTo>
                    <a:pt x="20540" y="321015"/>
                  </a:lnTo>
                  <a:lnTo>
                    <a:pt x="35903" y="279039"/>
                  </a:lnTo>
                  <a:lnTo>
                    <a:pt x="55142" y="239102"/>
                  </a:lnTo>
                  <a:lnTo>
                    <a:pt x="78027" y="201432"/>
                  </a:lnTo>
                  <a:lnTo>
                    <a:pt x="104328" y="166260"/>
                  </a:lnTo>
                  <a:lnTo>
                    <a:pt x="133816" y="133816"/>
                  </a:lnTo>
                  <a:lnTo>
                    <a:pt x="166260" y="104328"/>
                  </a:lnTo>
                  <a:lnTo>
                    <a:pt x="201432" y="78027"/>
                  </a:lnTo>
                  <a:lnTo>
                    <a:pt x="239102" y="55142"/>
                  </a:lnTo>
                  <a:lnTo>
                    <a:pt x="279039" y="35903"/>
                  </a:lnTo>
                  <a:lnTo>
                    <a:pt x="321015" y="20540"/>
                  </a:lnTo>
                  <a:lnTo>
                    <a:pt x="364800" y="9282"/>
                  </a:lnTo>
                  <a:lnTo>
                    <a:pt x="410163" y="2358"/>
                  </a:lnTo>
                  <a:lnTo>
                    <a:pt x="456876" y="0"/>
                  </a:lnTo>
                  <a:lnTo>
                    <a:pt x="503589" y="2358"/>
                  </a:lnTo>
                  <a:lnTo>
                    <a:pt x="548953" y="9282"/>
                  </a:lnTo>
                  <a:lnTo>
                    <a:pt x="592737" y="20540"/>
                  </a:lnTo>
                  <a:lnTo>
                    <a:pt x="634713" y="35903"/>
                  </a:lnTo>
                  <a:lnTo>
                    <a:pt x="674651" y="55142"/>
                  </a:lnTo>
                  <a:lnTo>
                    <a:pt x="712320" y="78027"/>
                  </a:lnTo>
                  <a:lnTo>
                    <a:pt x="747492" y="104328"/>
                  </a:lnTo>
                  <a:lnTo>
                    <a:pt x="779937" y="133816"/>
                  </a:lnTo>
                  <a:lnTo>
                    <a:pt x="809424" y="166260"/>
                  </a:lnTo>
                  <a:lnTo>
                    <a:pt x="835725" y="201432"/>
                  </a:lnTo>
                  <a:lnTo>
                    <a:pt x="858610" y="239102"/>
                  </a:lnTo>
                  <a:lnTo>
                    <a:pt x="877849" y="279039"/>
                  </a:lnTo>
                  <a:lnTo>
                    <a:pt x="893212" y="321015"/>
                  </a:lnTo>
                  <a:lnTo>
                    <a:pt x="904471" y="364799"/>
                  </a:lnTo>
                  <a:lnTo>
                    <a:pt x="911394" y="410163"/>
                  </a:lnTo>
                  <a:lnTo>
                    <a:pt x="913753" y="456876"/>
                  </a:lnTo>
                  <a:lnTo>
                    <a:pt x="911394" y="503589"/>
                  </a:lnTo>
                  <a:lnTo>
                    <a:pt x="904471" y="548953"/>
                  </a:lnTo>
                  <a:lnTo>
                    <a:pt x="893212" y="592737"/>
                  </a:lnTo>
                  <a:lnTo>
                    <a:pt x="877849" y="634713"/>
                  </a:lnTo>
                  <a:lnTo>
                    <a:pt x="858610" y="674651"/>
                  </a:lnTo>
                  <a:lnTo>
                    <a:pt x="835725" y="712320"/>
                  </a:lnTo>
                  <a:lnTo>
                    <a:pt x="809424" y="747492"/>
                  </a:lnTo>
                  <a:lnTo>
                    <a:pt x="779937" y="779937"/>
                  </a:lnTo>
                  <a:lnTo>
                    <a:pt x="747492" y="809424"/>
                  </a:lnTo>
                  <a:lnTo>
                    <a:pt x="712320" y="835725"/>
                  </a:lnTo>
                  <a:lnTo>
                    <a:pt x="674651" y="858610"/>
                  </a:lnTo>
                  <a:lnTo>
                    <a:pt x="634713" y="877849"/>
                  </a:lnTo>
                  <a:lnTo>
                    <a:pt x="592737" y="893212"/>
                  </a:lnTo>
                  <a:lnTo>
                    <a:pt x="548953" y="904471"/>
                  </a:lnTo>
                  <a:lnTo>
                    <a:pt x="503589" y="911394"/>
                  </a:lnTo>
                  <a:lnTo>
                    <a:pt x="456876" y="9137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28" name="Google Shape;22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80637" y="798850"/>
              <a:ext cx="442409" cy="52997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2026-07-22T18:56:58Z</dcterms:created>
  <dc:creator>Sumit Kadam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2026-07-22T00:00:00Z</vt:filetime>
  </property>
  <property fmtid="{D5CDD505-2E9C-101B-9397-08002B2CF9AE}" pid="3" name="Creator">
    <vt:lpwstr>Canva</vt:lpwstr>
  </property>
  <property fmtid="{D5CDD505-2E9C-101B-9397-08002B2CF9AE}" pid="4" name="LastSaved">
    <vt:filetime>2026-07-22T00:00:00Z</vt:filetime>
  </property>
  <property fmtid="{D5CDD505-2E9C-101B-9397-08002B2CF9AE}" pid="5" name="Producer">
    <vt:lpwstr>Canva</vt:lpwstr>
  </property>
</Properties>
</file>